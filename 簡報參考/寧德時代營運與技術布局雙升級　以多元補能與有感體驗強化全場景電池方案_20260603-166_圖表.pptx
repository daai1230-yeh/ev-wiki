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4.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5.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p:sldMasterIdLst>
    <p:sldMasterId id="2147483736" r:id="rId1"/>
    <p:sldMasterId id="2147483804" r:id="rId2"/>
    <p:sldMasterId id="2147483856" r:id="rId3"/>
    <p:sldMasterId id="2147483869" r:id="rId4"/>
  </p:sldMasterIdLst>
  <p:notesMasterIdLst>
    <p:notesMasterId r:id="rId20"/>
  </p:notesMasterIdLst>
  <p:sldIdLst>
    <p:sldId id="380" r:id="rId5"/>
    <p:sldId id="590" r:id="rId6"/>
    <p:sldId id="588" r:id="rId7"/>
    <p:sldId id="580" r:id="rId8"/>
    <p:sldId id="493" r:id="rId9"/>
    <p:sldId id="568" r:id="rId10"/>
    <p:sldId id="579" r:id="rId11"/>
    <p:sldId id="589" r:id="rId12"/>
    <p:sldId id="591" r:id="rId13"/>
    <p:sldId id="581" r:id="rId14"/>
    <p:sldId id="582" r:id="rId15"/>
    <p:sldId id="585" r:id="rId16"/>
    <p:sldId id="584" r:id="rId17"/>
    <p:sldId id="504" r:id="rId18"/>
    <p:sldId id="592" r:id="rId19"/>
  </p:sldIdLst>
  <p:sldSz cx="12192000" cy="6858000"/>
  <p:notesSz cx="6797675" cy="9926638"/>
  <p:defaultTextStyle>
    <a:defPPr>
      <a:defRPr lang="zh-TW"/>
    </a:defPPr>
    <a:lvl1pPr algn="l" rtl="0" eaLnBrk="0" fontAlgn="base" hangingPunct="0">
      <a:spcBef>
        <a:spcPct val="0"/>
      </a:spcBef>
      <a:spcAft>
        <a:spcPct val="0"/>
      </a:spcAft>
      <a:defRPr kern="1200">
        <a:solidFill>
          <a:schemeClr val="tx1"/>
        </a:solidFill>
        <a:latin typeface="Calibri" panose="020F0502020204030204" pitchFamily="34" charset="0"/>
        <a:ea typeface="新細明體" panose="02020500000000000000" pitchFamily="18" charset="-120"/>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新細明體" panose="02020500000000000000" pitchFamily="18" charset="-120"/>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新細明體" panose="02020500000000000000" pitchFamily="18" charset="-120"/>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新細明體" panose="02020500000000000000" pitchFamily="18" charset="-120"/>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新細明體" panose="02020500000000000000" pitchFamily="18" charset="-120"/>
        <a:cs typeface="+mn-cs"/>
      </a:defRPr>
    </a:lvl5pPr>
    <a:lvl6pPr marL="2286000" algn="l" defTabSz="914400" rtl="0" eaLnBrk="1" latinLnBrk="0" hangingPunct="1">
      <a:defRPr kern="1200">
        <a:solidFill>
          <a:schemeClr val="tx1"/>
        </a:solidFill>
        <a:latin typeface="Calibri" panose="020F0502020204030204" pitchFamily="34" charset="0"/>
        <a:ea typeface="新細明體" panose="02020500000000000000" pitchFamily="18" charset="-120"/>
        <a:cs typeface="+mn-cs"/>
      </a:defRPr>
    </a:lvl6pPr>
    <a:lvl7pPr marL="2743200" algn="l" defTabSz="914400" rtl="0" eaLnBrk="1" latinLnBrk="0" hangingPunct="1">
      <a:defRPr kern="1200">
        <a:solidFill>
          <a:schemeClr val="tx1"/>
        </a:solidFill>
        <a:latin typeface="Calibri" panose="020F0502020204030204" pitchFamily="34" charset="0"/>
        <a:ea typeface="新細明體" panose="02020500000000000000" pitchFamily="18" charset="-120"/>
        <a:cs typeface="+mn-cs"/>
      </a:defRPr>
    </a:lvl7pPr>
    <a:lvl8pPr marL="3200400" algn="l" defTabSz="914400" rtl="0" eaLnBrk="1" latinLnBrk="0" hangingPunct="1">
      <a:defRPr kern="1200">
        <a:solidFill>
          <a:schemeClr val="tx1"/>
        </a:solidFill>
        <a:latin typeface="Calibri" panose="020F0502020204030204" pitchFamily="34" charset="0"/>
        <a:ea typeface="新細明體" panose="02020500000000000000" pitchFamily="18" charset="-120"/>
        <a:cs typeface="+mn-cs"/>
      </a:defRPr>
    </a:lvl8pPr>
    <a:lvl9pPr marL="3657600" algn="l" defTabSz="914400" rtl="0" eaLnBrk="1" latinLnBrk="0" hangingPunct="1">
      <a:defRPr kern="1200">
        <a:solidFill>
          <a:schemeClr val="tx1"/>
        </a:solidFill>
        <a:latin typeface="Calibri" panose="020F0502020204030204" pitchFamily="34" charset="0"/>
        <a:ea typeface="新細明體" panose="02020500000000000000" pitchFamily="18" charset="-120"/>
        <a:cs typeface="+mn-cs"/>
      </a:defRPr>
    </a:lvl9pPr>
  </p:defaultTextStyle>
  <p:extLst>
    <p:ext uri="{EFAFB233-063F-42B5-8137-9DF3F51BA10A}">
      <p15:sldGuideLst xmlns:p15="http://schemas.microsoft.com/office/powerpoint/2012/main">
        <p15:guide id="2" pos="1073" userDrawn="1">
          <p15:clr>
            <a:srgbClr val="A4A3A4"/>
          </p15:clr>
        </p15:guide>
        <p15:guide id="3" orient="horz" pos="3090" userDrawn="1">
          <p15:clr>
            <a:srgbClr val="A4A3A4"/>
          </p15:clr>
        </p15:guide>
        <p15:guide id="4" orient="horz" pos="4088" userDrawn="1">
          <p15:clr>
            <a:srgbClr val="A4A3A4"/>
          </p15:clr>
        </p15:guide>
        <p15:guide id="5" pos="6607" userDrawn="1">
          <p15:clr>
            <a:srgbClr val="A4A3A4"/>
          </p15:clr>
        </p15:guide>
        <p15:guide id="6" pos="4770" userDrawn="1">
          <p15:clr>
            <a:srgbClr val="A4A3A4"/>
          </p15:clr>
        </p15:guide>
        <p15:guide id="7" pos="2933"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392"/>
    <a:srgbClr val="FFF7E5"/>
    <a:srgbClr val="ECF3FF"/>
    <a:srgbClr val="00487E"/>
    <a:srgbClr val="A50021"/>
    <a:srgbClr val="003399"/>
    <a:srgbClr val="8E0000"/>
    <a:srgbClr val="0066CC"/>
    <a:srgbClr val="5A7A2A"/>
    <a:srgbClr val="92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240" autoAdjust="0"/>
    <p:restoredTop sz="68091" autoAdjust="0"/>
  </p:normalViewPr>
  <p:slideViewPr>
    <p:cSldViewPr snapToGrid="0">
      <p:cViewPr varScale="1">
        <p:scale>
          <a:sx n="45" d="100"/>
          <a:sy n="45" d="100"/>
        </p:scale>
        <p:origin x="60" y="246"/>
      </p:cViewPr>
      <p:guideLst>
        <p:guide pos="1073"/>
        <p:guide orient="horz" pos="3090"/>
        <p:guide orient="horz" pos="4088"/>
        <p:guide pos="6607"/>
        <p:guide pos="4770"/>
        <p:guide pos="2933"/>
      </p:guideLst>
    </p:cSldViewPr>
  </p:slideViewPr>
  <p:notesTextViewPr>
    <p:cViewPr>
      <p:scale>
        <a:sx n="125" d="100"/>
        <a:sy n="125" d="100"/>
      </p:scale>
      <p:origin x="0" y="0"/>
    </p:cViewPr>
  </p:notesTextViewPr>
  <p:sorterViewPr>
    <p:cViewPr varScale="1">
      <p:scale>
        <a:sx n="1" d="1"/>
        <a:sy n="1" d="1"/>
      </p:scale>
      <p:origin x="0" y="0"/>
    </p:cViewPr>
  </p:sorterViewPr>
  <p:notesViewPr>
    <p:cSldViewPr snapToGrid="0" showGuides="1">
      <p:cViewPr varScale="1">
        <p:scale>
          <a:sx n="45" d="100"/>
          <a:sy n="45" d="100"/>
        </p:scale>
        <p:origin x="2760" y="68"/>
      </p:cViewPr>
      <p:guideLst/>
    </p:cSldViewPr>
  </p:notes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slideMaster" Target="slideMasters/slideMaster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___1.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___2.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___3.xlsx"/><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209143868692576"/>
          <c:y val="3.8545154990602556E-2"/>
          <c:w val="0.71632843752594044"/>
          <c:h val="0.55004714111373565"/>
        </c:manualLayout>
      </c:layout>
      <c:barChart>
        <c:barDir val="col"/>
        <c:grouping val="clustered"/>
        <c:varyColors val="0"/>
        <c:ser>
          <c:idx val="0"/>
          <c:order val="0"/>
          <c:tx>
            <c:strRef>
              <c:f>工作表1!$B$1</c:f>
              <c:strCache>
                <c:ptCount val="1"/>
                <c:pt idx="0">
                  <c:v>總營收</c:v>
                </c:pt>
              </c:strCache>
            </c:strRef>
          </c:tx>
          <c:spPr>
            <a:solidFill>
              <a:schemeClr val="accent1">
                <a:lumMod val="60000"/>
                <a:lumOff val="40000"/>
              </a:schemeClr>
            </a:solidFill>
            <a:ln>
              <a:noFill/>
            </a:ln>
            <a:effectLst/>
          </c:spPr>
          <c:invertIfNegative val="0"/>
          <c:cat>
            <c:numRef>
              <c:f>工作表1!$A$2:$A$7</c:f>
              <c:numCache>
                <c:formatCode>General</c:formatCode>
                <c:ptCount val="6"/>
                <c:pt idx="0">
                  <c:v>2020</c:v>
                </c:pt>
                <c:pt idx="1">
                  <c:v>2021</c:v>
                </c:pt>
                <c:pt idx="2">
                  <c:v>2022</c:v>
                </c:pt>
                <c:pt idx="3">
                  <c:v>2023</c:v>
                </c:pt>
                <c:pt idx="4">
                  <c:v>2024</c:v>
                </c:pt>
                <c:pt idx="5">
                  <c:v>2025</c:v>
                </c:pt>
              </c:numCache>
            </c:numRef>
          </c:cat>
          <c:val>
            <c:numRef>
              <c:f>工作表1!$B$2:$B$7</c:f>
              <c:numCache>
                <c:formatCode>#,##0_ </c:formatCode>
                <c:ptCount val="6"/>
                <c:pt idx="0">
                  <c:v>50319.5</c:v>
                </c:pt>
                <c:pt idx="1">
                  <c:v>130355.8</c:v>
                </c:pt>
                <c:pt idx="2">
                  <c:v>328594</c:v>
                </c:pt>
                <c:pt idx="3">
                  <c:v>400917</c:v>
                </c:pt>
                <c:pt idx="4">
                  <c:v>362012.6</c:v>
                </c:pt>
                <c:pt idx="5">
                  <c:v>423701.5</c:v>
                </c:pt>
              </c:numCache>
            </c:numRef>
          </c:val>
          <c:extLst xmlns:c16r2="http://schemas.microsoft.com/office/drawing/2015/06/chart">
            <c:ext xmlns:c16="http://schemas.microsoft.com/office/drawing/2014/chart" uri="{C3380CC4-5D6E-409C-BE32-E72D297353CC}">
              <c16:uniqueId val="{00000000-F0F2-4D26-BAC4-91233B393690}"/>
            </c:ext>
          </c:extLst>
        </c:ser>
        <c:ser>
          <c:idx val="1"/>
          <c:order val="1"/>
          <c:tx>
            <c:strRef>
              <c:f>工作表1!$C$1</c:f>
              <c:strCache>
                <c:ptCount val="1"/>
                <c:pt idx="0">
                  <c:v>動力電池營收</c:v>
                </c:pt>
              </c:strCache>
            </c:strRef>
          </c:tx>
          <c:spPr>
            <a:solidFill>
              <a:srgbClr val="003399"/>
            </a:solidFill>
            <a:ln>
              <a:noFill/>
            </a:ln>
            <a:effectLst/>
          </c:spPr>
          <c:invertIfNegative val="0"/>
          <c:cat>
            <c:numRef>
              <c:f>工作表1!$A$2:$A$7</c:f>
              <c:numCache>
                <c:formatCode>General</c:formatCode>
                <c:ptCount val="6"/>
                <c:pt idx="0">
                  <c:v>2020</c:v>
                </c:pt>
                <c:pt idx="1">
                  <c:v>2021</c:v>
                </c:pt>
                <c:pt idx="2">
                  <c:v>2022</c:v>
                </c:pt>
                <c:pt idx="3">
                  <c:v>2023</c:v>
                </c:pt>
                <c:pt idx="4">
                  <c:v>2024</c:v>
                </c:pt>
                <c:pt idx="5">
                  <c:v>2025</c:v>
                </c:pt>
              </c:numCache>
            </c:numRef>
          </c:cat>
          <c:val>
            <c:numRef>
              <c:f>工作表1!$C$2:$C$7</c:f>
              <c:numCache>
                <c:formatCode>#,##0_ </c:formatCode>
                <c:ptCount val="6"/>
                <c:pt idx="0">
                  <c:v>39425.800000000003</c:v>
                </c:pt>
                <c:pt idx="1">
                  <c:v>91490.8</c:v>
                </c:pt>
                <c:pt idx="2">
                  <c:v>236593.5</c:v>
                </c:pt>
                <c:pt idx="3">
                  <c:v>285252.90000000002</c:v>
                </c:pt>
                <c:pt idx="4">
                  <c:v>253041.3</c:v>
                </c:pt>
                <c:pt idx="5">
                  <c:v>316506.40000000002</c:v>
                </c:pt>
              </c:numCache>
            </c:numRef>
          </c:val>
          <c:extLst xmlns:c16r2="http://schemas.microsoft.com/office/drawing/2015/06/chart">
            <c:ext xmlns:c16="http://schemas.microsoft.com/office/drawing/2014/chart" uri="{C3380CC4-5D6E-409C-BE32-E72D297353CC}">
              <c16:uniqueId val="{00000001-F0F2-4D26-BAC4-91233B393690}"/>
            </c:ext>
          </c:extLst>
        </c:ser>
        <c:dLbls>
          <c:showLegendKey val="0"/>
          <c:showVal val="0"/>
          <c:showCatName val="0"/>
          <c:showSerName val="0"/>
          <c:showPercent val="0"/>
          <c:showBubbleSize val="0"/>
        </c:dLbls>
        <c:gapWidth val="150"/>
        <c:overlap val="-30"/>
        <c:axId val="-1356255760"/>
        <c:axId val="-1356256848"/>
      </c:barChart>
      <c:lineChart>
        <c:grouping val="stacked"/>
        <c:varyColors val="0"/>
        <c:ser>
          <c:idx val="2"/>
          <c:order val="2"/>
          <c:tx>
            <c:strRef>
              <c:f>工作表1!$D$1</c:f>
              <c:strCache>
                <c:ptCount val="1"/>
                <c:pt idx="0">
                  <c:v>動力電池營收佔比</c:v>
                </c:pt>
              </c:strCache>
            </c:strRef>
          </c:tx>
          <c:spPr>
            <a:ln w="28575" cap="rnd">
              <a:solidFill>
                <a:srgbClr val="A50021"/>
              </a:solidFill>
              <a:round/>
            </a:ln>
            <a:effectLst/>
          </c:spPr>
          <c:marker>
            <c:symbol val="diamond"/>
            <c:size val="9"/>
            <c:spPr>
              <a:solidFill>
                <a:srgbClr val="A50021"/>
              </a:solidFill>
              <a:ln w="28575">
                <a:solidFill>
                  <a:srgbClr val="A50021"/>
                </a:solidFill>
              </a:ln>
              <a:effectLst/>
            </c:spPr>
          </c:marker>
          <c:cat>
            <c:numRef>
              <c:f>工作表1!$A$2:$A$7</c:f>
              <c:numCache>
                <c:formatCode>General</c:formatCode>
                <c:ptCount val="6"/>
                <c:pt idx="0">
                  <c:v>2020</c:v>
                </c:pt>
                <c:pt idx="1">
                  <c:v>2021</c:v>
                </c:pt>
                <c:pt idx="2">
                  <c:v>2022</c:v>
                </c:pt>
                <c:pt idx="3">
                  <c:v>2023</c:v>
                </c:pt>
                <c:pt idx="4">
                  <c:v>2024</c:v>
                </c:pt>
                <c:pt idx="5">
                  <c:v>2025</c:v>
                </c:pt>
              </c:numCache>
            </c:numRef>
          </c:cat>
          <c:val>
            <c:numRef>
              <c:f>工作表1!$D$2:$D$7</c:f>
              <c:numCache>
                <c:formatCode>0.0%</c:formatCode>
                <c:ptCount val="6"/>
                <c:pt idx="0">
                  <c:v>0.78400000000000003</c:v>
                </c:pt>
                <c:pt idx="1">
                  <c:v>0.70199999999999996</c:v>
                </c:pt>
                <c:pt idx="2">
                  <c:v>0.72</c:v>
                </c:pt>
                <c:pt idx="3">
                  <c:v>0.71199999999999997</c:v>
                </c:pt>
                <c:pt idx="4">
                  <c:v>0.69899999999999995</c:v>
                </c:pt>
                <c:pt idx="5">
                  <c:v>0.747</c:v>
                </c:pt>
              </c:numCache>
            </c:numRef>
          </c:val>
          <c:smooth val="0"/>
          <c:extLst xmlns:c16r2="http://schemas.microsoft.com/office/drawing/2015/06/chart">
            <c:ext xmlns:c16="http://schemas.microsoft.com/office/drawing/2014/chart" uri="{C3380CC4-5D6E-409C-BE32-E72D297353CC}">
              <c16:uniqueId val="{00000002-F0F2-4D26-BAC4-91233B393690}"/>
            </c:ext>
          </c:extLst>
        </c:ser>
        <c:dLbls>
          <c:showLegendKey val="0"/>
          <c:showVal val="0"/>
          <c:showCatName val="0"/>
          <c:showSerName val="0"/>
          <c:showPercent val="0"/>
          <c:showBubbleSize val="0"/>
        </c:dLbls>
        <c:marker val="1"/>
        <c:smooth val="0"/>
        <c:axId val="-1356257936"/>
        <c:axId val="-1356253584"/>
      </c:lineChart>
      <c:catAx>
        <c:axId val="-13562557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2000" b="1" i="0" u="none" strike="noStrike" kern="1200" baseline="0">
                <a:solidFill>
                  <a:schemeClr val="tx1"/>
                </a:solidFill>
                <a:latin typeface="微軟正黑體" panose="020B0604030504040204" pitchFamily="34" charset="-120"/>
                <a:ea typeface="微軟正黑體" panose="020B0604030504040204" pitchFamily="34" charset="-120"/>
                <a:cs typeface="+mn-cs"/>
              </a:defRPr>
            </a:pPr>
            <a:endParaRPr lang="zh-TW"/>
          </a:p>
        </c:txPr>
        <c:crossAx val="-1356256848"/>
        <c:crosses val="autoZero"/>
        <c:auto val="1"/>
        <c:lblAlgn val="ctr"/>
        <c:lblOffset val="100"/>
        <c:noMultiLvlLbl val="0"/>
      </c:catAx>
      <c:valAx>
        <c:axId val="-1356256848"/>
        <c:scaling>
          <c:orientation val="minMax"/>
          <c:max val="450000"/>
        </c:scaling>
        <c:delete val="0"/>
        <c:axPos val="l"/>
        <c:majorGridlines>
          <c:spPr>
            <a:ln w="9525" cap="flat" cmpd="sng" algn="ctr">
              <a:solidFill>
                <a:schemeClr val="tx1">
                  <a:lumMod val="15000"/>
                  <a:lumOff val="85000"/>
                </a:schemeClr>
              </a:solidFill>
              <a:round/>
            </a:ln>
            <a:effectLst/>
          </c:spPr>
        </c:majorGridlines>
        <c:numFmt formatCode="#,##0_ " sourceLinked="1"/>
        <c:majorTickMark val="none"/>
        <c:minorTickMark val="none"/>
        <c:tickLblPos val="nextTo"/>
        <c:spPr>
          <a:noFill/>
          <a:ln>
            <a:noFill/>
          </a:ln>
          <a:effectLst/>
        </c:spPr>
        <c:txPr>
          <a:bodyPr rot="-60000000" spcFirstLastPara="1" vertOverflow="ellipsis" vert="horz" wrap="square" anchor="ctr" anchorCtr="1"/>
          <a:lstStyle/>
          <a:p>
            <a:pPr>
              <a:defRPr sz="2000" b="1" i="0" u="none" strike="noStrike" kern="1200" baseline="0">
                <a:solidFill>
                  <a:schemeClr val="tx1"/>
                </a:solidFill>
                <a:latin typeface="微軟正黑體" panose="020B0604030504040204" pitchFamily="34" charset="-120"/>
                <a:ea typeface="微軟正黑體" panose="020B0604030504040204" pitchFamily="34" charset="-120"/>
                <a:cs typeface="+mn-cs"/>
              </a:defRPr>
            </a:pPr>
            <a:endParaRPr lang="zh-TW"/>
          </a:p>
        </c:txPr>
        <c:crossAx val="-1356255760"/>
        <c:crosses val="autoZero"/>
        <c:crossBetween val="between"/>
        <c:majorUnit val="90000"/>
      </c:valAx>
      <c:valAx>
        <c:axId val="-1356253584"/>
        <c:scaling>
          <c:orientation val="minMax"/>
          <c:max val="0.85000000000000009"/>
          <c:min val="0.60000000000000009"/>
        </c:scaling>
        <c:delete val="0"/>
        <c:axPos val="r"/>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2000" b="1" i="0" u="none" strike="noStrike" kern="1200" baseline="0">
                <a:solidFill>
                  <a:schemeClr val="tx1"/>
                </a:solidFill>
                <a:latin typeface="微軟正黑體" panose="020B0604030504040204" pitchFamily="34" charset="-120"/>
                <a:ea typeface="微軟正黑體" panose="020B0604030504040204" pitchFamily="34" charset="-120"/>
                <a:cs typeface="+mn-cs"/>
              </a:defRPr>
            </a:pPr>
            <a:endParaRPr lang="zh-TW"/>
          </a:p>
        </c:txPr>
        <c:crossAx val="-1356257936"/>
        <c:crosses val="max"/>
        <c:crossBetween val="between"/>
      </c:valAx>
      <c:catAx>
        <c:axId val="-1356257936"/>
        <c:scaling>
          <c:orientation val="minMax"/>
        </c:scaling>
        <c:delete val="1"/>
        <c:axPos val="b"/>
        <c:numFmt formatCode="General" sourceLinked="1"/>
        <c:majorTickMark val="out"/>
        <c:minorTickMark val="none"/>
        <c:tickLblPos val="nextTo"/>
        <c:crossAx val="-1356253584"/>
        <c:crosses val="autoZero"/>
        <c:auto val="1"/>
        <c:lblAlgn val="ctr"/>
        <c:lblOffset val="100"/>
        <c:noMultiLvlLbl val="0"/>
      </c:catAx>
      <c:dTable>
        <c:showHorzBorder val="1"/>
        <c:showVertBorder val="0"/>
        <c:showOutline val="0"/>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2000" b="1" i="0" u="none" strike="noStrike" kern="1200" baseline="0">
                <a:solidFill>
                  <a:schemeClr val="tx1"/>
                </a:solidFill>
                <a:latin typeface="微軟正黑體" panose="020B0604030504040204" pitchFamily="34" charset="-120"/>
                <a:ea typeface="微軟正黑體" panose="020B0604030504040204" pitchFamily="34" charset="-120"/>
                <a:cs typeface="+mn-cs"/>
              </a:defRPr>
            </a:pPr>
            <a:endParaRPr lang="zh-TW"/>
          </a:p>
        </c:txPr>
      </c:dTable>
      <c:spPr>
        <a:noFill/>
        <a:ln>
          <a:noFill/>
        </a:ln>
        <a:effectLst/>
      </c:spPr>
    </c:plotArea>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2000" b="1">
          <a:solidFill>
            <a:schemeClr val="tx1"/>
          </a:solidFill>
          <a:latin typeface="微軟正黑體" panose="020B0604030504040204" pitchFamily="34" charset="-120"/>
          <a:ea typeface="微軟正黑體" panose="020B0604030504040204" pitchFamily="34" charset="-120"/>
        </a:defRPr>
      </a:pPr>
      <a:endParaRPr lang="zh-TW"/>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4373675781262874E-2"/>
          <c:y val="0.15386309748483418"/>
          <c:w val="0.83890023892855781"/>
          <c:h val="0.67154704283977462"/>
        </c:manualLayout>
      </c:layout>
      <c:barChart>
        <c:barDir val="col"/>
        <c:grouping val="clustered"/>
        <c:varyColors val="0"/>
        <c:ser>
          <c:idx val="0"/>
          <c:order val="0"/>
          <c:tx>
            <c:strRef>
              <c:f>工作表1!$B$1</c:f>
              <c:strCache>
                <c:ptCount val="1"/>
                <c:pt idx="0">
                  <c:v>動力電池銷量</c:v>
                </c:pt>
              </c:strCache>
            </c:strRef>
          </c:tx>
          <c:spPr>
            <a:solidFill>
              <a:srgbClr val="00B0F0"/>
            </a:solidFill>
            <a:ln>
              <a:noFill/>
            </a:ln>
            <a:effectLst/>
          </c:spPr>
          <c:invertIfNegative val="0"/>
          <c:dLbls>
            <c:dLbl>
              <c:idx val="4"/>
              <c:layout>
                <c:manualLayout>
                  <c:x val="-3.4873187452353414E-3"/>
                  <c:y val="-3.3105263267651133E-2"/>
                </c:manualLayout>
              </c:layout>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9-6EEF-43CC-80A1-ADBA0EE5FA4D}"/>
                </c:ext>
                <c:ext xmlns:c15="http://schemas.microsoft.com/office/drawing/2012/chart" uri="{CE6537A1-D6FC-4f65-9D91-7224C49458BB}"/>
              </c:extLst>
            </c:dLbl>
            <c:spPr>
              <a:noFill/>
              <a:ln>
                <a:noFill/>
              </a:ln>
              <a:effectLst/>
            </c:spPr>
            <c:txPr>
              <a:bodyPr rot="0" spcFirstLastPara="1" vertOverflow="ellipsis" vert="horz" wrap="square" lIns="38100" tIns="19050" rIns="38100" bIns="19050" anchor="ctr" anchorCtr="1">
                <a:spAutoFit/>
              </a:bodyPr>
              <a:lstStyle/>
              <a:p>
                <a:pPr>
                  <a:defRPr sz="2000" b="1" i="0" u="none" strike="noStrike" kern="1200" baseline="0">
                    <a:solidFill>
                      <a:schemeClr val="tx1"/>
                    </a:solidFill>
                    <a:latin typeface="微軟正黑體" panose="020B0604030504040204" pitchFamily="34" charset="-120"/>
                    <a:ea typeface="微軟正黑體" panose="020B0604030504040204" pitchFamily="34" charset="-120"/>
                    <a:cs typeface="+mn-cs"/>
                  </a:defRPr>
                </a:pPr>
                <a:endParaRPr lang="zh-TW"/>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工作表1!$A$2:$A$7</c:f>
              <c:numCache>
                <c:formatCode>General</c:formatCode>
                <c:ptCount val="6"/>
                <c:pt idx="0">
                  <c:v>2020</c:v>
                </c:pt>
                <c:pt idx="1">
                  <c:v>2021</c:v>
                </c:pt>
                <c:pt idx="2">
                  <c:v>2022</c:v>
                </c:pt>
                <c:pt idx="3">
                  <c:v>2023</c:v>
                </c:pt>
                <c:pt idx="4">
                  <c:v>2024</c:v>
                </c:pt>
                <c:pt idx="5">
                  <c:v>2025</c:v>
                </c:pt>
              </c:numCache>
            </c:numRef>
          </c:cat>
          <c:val>
            <c:numRef>
              <c:f>工作表1!$B$2:$B$7</c:f>
              <c:numCache>
                <c:formatCode>#,##0_ </c:formatCode>
                <c:ptCount val="6"/>
                <c:pt idx="0">
                  <c:v>44.45</c:v>
                </c:pt>
                <c:pt idx="1">
                  <c:v>116.71</c:v>
                </c:pt>
                <c:pt idx="2">
                  <c:v>242</c:v>
                </c:pt>
                <c:pt idx="3">
                  <c:v>321</c:v>
                </c:pt>
                <c:pt idx="4">
                  <c:v>381</c:v>
                </c:pt>
                <c:pt idx="5">
                  <c:v>541</c:v>
                </c:pt>
              </c:numCache>
            </c:numRef>
          </c:val>
          <c:extLst xmlns:c16r2="http://schemas.microsoft.com/office/drawing/2015/06/chart">
            <c:ext xmlns:c16="http://schemas.microsoft.com/office/drawing/2014/chart" uri="{C3380CC4-5D6E-409C-BE32-E72D297353CC}">
              <c16:uniqueId val="{00000000-6EEF-43CC-80A1-ADBA0EE5FA4D}"/>
            </c:ext>
          </c:extLst>
        </c:ser>
        <c:dLbls>
          <c:showLegendKey val="0"/>
          <c:showVal val="1"/>
          <c:showCatName val="0"/>
          <c:showSerName val="0"/>
          <c:showPercent val="0"/>
          <c:showBubbleSize val="0"/>
        </c:dLbls>
        <c:gapWidth val="75"/>
        <c:axId val="-1356247056"/>
        <c:axId val="-1356248144"/>
      </c:barChart>
      <c:lineChart>
        <c:grouping val="standard"/>
        <c:varyColors val="0"/>
        <c:ser>
          <c:idx val="1"/>
          <c:order val="1"/>
          <c:tx>
            <c:strRef>
              <c:f>工作表1!$C$1</c:f>
              <c:strCache>
                <c:ptCount val="1"/>
                <c:pt idx="0">
                  <c:v>動力電池均價</c:v>
                </c:pt>
              </c:strCache>
            </c:strRef>
          </c:tx>
          <c:spPr>
            <a:ln w="38100" cap="rnd">
              <a:solidFill>
                <a:schemeClr val="accent6">
                  <a:lumMod val="50000"/>
                </a:schemeClr>
              </a:solidFill>
              <a:round/>
            </a:ln>
            <a:effectLst/>
          </c:spPr>
          <c:marker>
            <c:symbol val="circle"/>
            <c:size val="5"/>
            <c:spPr>
              <a:solidFill>
                <a:schemeClr val="accent2"/>
              </a:solidFill>
              <a:ln w="38100">
                <a:solidFill>
                  <a:schemeClr val="accent6">
                    <a:lumMod val="50000"/>
                  </a:schemeClr>
                </a:solidFill>
              </a:ln>
              <a:effectLst/>
            </c:spPr>
          </c:marker>
          <c:dLbls>
            <c:dLbl>
              <c:idx val="0"/>
              <c:layout>
                <c:manualLayout>
                  <c:x val="-9.2995166539606832E-3"/>
                  <c:y val="-5.4078479169891586E-2"/>
                </c:manualLayout>
              </c:layout>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3-6EEF-43CC-80A1-ADBA0EE5FA4D}"/>
                </c:ext>
                <c:ext xmlns:c15="http://schemas.microsoft.com/office/drawing/2012/chart" uri="{CE6537A1-D6FC-4f65-9D91-7224C49458BB}"/>
              </c:extLst>
            </c:dLbl>
            <c:dLbl>
              <c:idx val="1"/>
              <c:layout>
                <c:manualLayout>
                  <c:x val="-2.4411231216646793E-2"/>
                  <c:y val="-6.0440653189878832E-2"/>
                </c:manualLayout>
              </c:layout>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4-6EEF-43CC-80A1-ADBA0EE5FA4D}"/>
                </c:ext>
                <c:ext xmlns:c15="http://schemas.microsoft.com/office/drawing/2012/chart" uri="{CE6537A1-D6FC-4f65-9D91-7224C49458BB}"/>
              </c:extLst>
            </c:dLbl>
            <c:dLbl>
              <c:idx val="2"/>
              <c:layout>
                <c:manualLayout>
                  <c:x val="-6.9746374904705978E-3"/>
                  <c:y val="-3.8173044119923484E-2"/>
                </c:manualLayout>
              </c:layout>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5-6EEF-43CC-80A1-ADBA0EE5FA4D}"/>
                </c:ext>
                <c:ext xmlns:c15="http://schemas.microsoft.com/office/drawing/2012/chart" uri="{CE6537A1-D6FC-4f65-9D91-7224C49458BB}"/>
              </c:extLst>
            </c:dLbl>
            <c:dLbl>
              <c:idx val="3"/>
              <c:layout>
                <c:manualLayout>
                  <c:x val="-1.1624395817450939E-2"/>
                  <c:y val="-4.4535218139910716E-2"/>
                </c:manualLayout>
              </c:layout>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6-6EEF-43CC-80A1-ADBA0EE5FA4D}"/>
                </c:ext>
                <c:ext xmlns:c15="http://schemas.microsoft.com/office/drawing/2012/chart" uri="{CE6537A1-D6FC-4f65-9D91-7224C49458BB}"/>
              </c:extLst>
            </c:dLbl>
            <c:dLbl>
              <c:idx val="4"/>
              <c:layout>
                <c:manualLayout>
                  <c:x val="1.3949274980940939E-2"/>
                  <c:y val="-2.2267590625006516E-2"/>
                </c:manualLayout>
              </c:layout>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7-6EEF-43CC-80A1-ADBA0EE5FA4D}"/>
                </c:ext>
                <c:ext xmlns:c15="http://schemas.microsoft.com/office/drawing/2012/chart" uri="{CE6537A1-D6FC-4f65-9D91-7224C49458BB}"/>
              </c:extLst>
            </c:dLbl>
            <c:dLbl>
              <c:idx val="5"/>
              <c:layout>
                <c:manualLayout>
                  <c:x val="-2.6736110380136964E-2"/>
                  <c:y val="-4.7716305149904339E-2"/>
                </c:manualLayout>
              </c:layout>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8-6EEF-43CC-80A1-ADBA0EE5FA4D}"/>
                </c:ext>
                <c:ext xmlns:c15="http://schemas.microsoft.com/office/drawing/2012/chart" uri="{CE6537A1-D6FC-4f65-9D91-7224C49458BB}"/>
              </c:extLst>
            </c:dLbl>
            <c:spPr>
              <a:noFill/>
              <a:ln>
                <a:noFill/>
              </a:ln>
              <a:effectLst/>
            </c:spPr>
            <c:txPr>
              <a:bodyPr rot="0" spcFirstLastPara="1" vertOverflow="ellipsis" vert="horz" wrap="square" lIns="38100" tIns="19050" rIns="38100" bIns="19050" anchor="ctr" anchorCtr="1">
                <a:spAutoFit/>
              </a:bodyPr>
              <a:lstStyle/>
              <a:p>
                <a:pPr>
                  <a:defRPr sz="2000" b="1" i="0" u="none" strike="noStrike" kern="1200" baseline="0">
                    <a:solidFill>
                      <a:srgbClr val="A50021"/>
                    </a:solidFill>
                    <a:latin typeface="微軟正黑體" panose="020B0604030504040204" pitchFamily="34" charset="-120"/>
                    <a:ea typeface="微軟正黑體" panose="020B0604030504040204" pitchFamily="34" charset="-120"/>
                    <a:cs typeface="+mn-cs"/>
                  </a:defRPr>
                </a:pPr>
                <a:endParaRPr lang="zh-TW"/>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工作表1!$A$2:$A$7</c:f>
              <c:numCache>
                <c:formatCode>General</c:formatCode>
                <c:ptCount val="6"/>
                <c:pt idx="0">
                  <c:v>2020</c:v>
                </c:pt>
                <c:pt idx="1">
                  <c:v>2021</c:v>
                </c:pt>
                <c:pt idx="2">
                  <c:v>2022</c:v>
                </c:pt>
                <c:pt idx="3">
                  <c:v>2023</c:v>
                </c:pt>
                <c:pt idx="4">
                  <c:v>2024</c:v>
                </c:pt>
                <c:pt idx="5">
                  <c:v>2025</c:v>
                </c:pt>
              </c:numCache>
            </c:numRef>
          </c:cat>
          <c:val>
            <c:numRef>
              <c:f>工作表1!$C$2:$C$7</c:f>
              <c:numCache>
                <c:formatCode>General</c:formatCode>
                <c:ptCount val="6"/>
                <c:pt idx="0">
                  <c:v>887</c:v>
                </c:pt>
                <c:pt idx="1">
                  <c:v>784</c:v>
                </c:pt>
                <c:pt idx="2">
                  <c:v>978</c:v>
                </c:pt>
                <c:pt idx="3">
                  <c:v>889</c:v>
                </c:pt>
                <c:pt idx="4">
                  <c:v>664</c:v>
                </c:pt>
                <c:pt idx="5">
                  <c:v>585</c:v>
                </c:pt>
              </c:numCache>
            </c:numRef>
          </c:val>
          <c:smooth val="0"/>
          <c:extLst xmlns:c16r2="http://schemas.microsoft.com/office/drawing/2015/06/chart">
            <c:ext xmlns:c16="http://schemas.microsoft.com/office/drawing/2014/chart" uri="{C3380CC4-5D6E-409C-BE32-E72D297353CC}">
              <c16:uniqueId val="{00000001-6EEF-43CC-80A1-ADBA0EE5FA4D}"/>
            </c:ext>
          </c:extLst>
        </c:ser>
        <c:dLbls>
          <c:showLegendKey val="0"/>
          <c:showVal val="1"/>
          <c:showCatName val="0"/>
          <c:showSerName val="0"/>
          <c:showPercent val="0"/>
          <c:showBubbleSize val="0"/>
        </c:dLbls>
        <c:marker val="1"/>
        <c:smooth val="0"/>
        <c:axId val="-1356246512"/>
        <c:axId val="-1356251952"/>
      </c:lineChart>
      <c:catAx>
        <c:axId val="-13562470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2000" b="1" i="0" u="none" strike="noStrike" kern="1200" baseline="0">
                <a:solidFill>
                  <a:schemeClr val="tx1"/>
                </a:solidFill>
                <a:latin typeface="微軟正黑體" panose="020B0604030504040204" pitchFamily="34" charset="-120"/>
                <a:ea typeface="微軟正黑體" panose="020B0604030504040204" pitchFamily="34" charset="-120"/>
                <a:cs typeface="+mn-cs"/>
              </a:defRPr>
            </a:pPr>
            <a:endParaRPr lang="zh-TW"/>
          </a:p>
        </c:txPr>
        <c:crossAx val="-1356248144"/>
        <c:crosses val="autoZero"/>
        <c:auto val="1"/>
        <c:lblAlgn val="ctr"/>
        <c:lblOffset val="100"/>
        <c:noMultiLvlLbl val="0"/>
      </c:catAx>
      <c:valAx>
        <c:axId val="-1356248144"/>
        <c:scaling>
          <c:orientation val="minMax"/>
        </c:scaling>
        <c:delete val="0"/>
        <c:axPos val="l"/>
        <c:numFmt formatCode="#,##0_ " sourceLinked="1"/>
        <c:majorTickMark val="none"/>
        <c:minorTickMark val="none"/>
        <c:tickLblPos val="nextTo"/>
        <c:spPr>
          <a:noFill/>
          <a:ln>
            <a:noFill/>
          </a:ln>
          <a:effectLst/>
        </c:spPr>
        <c:txPr>
          <a:bodyPr rot="-60000000" spcFirstLastPara="1" vertOverflow="ellipsis" vert="horz" wrap="square" anchor="ctr" anchorCtr="1"/>
          <a:lstStyle/>
          <a:p>
            <a:pPr>
              <a:defRPr sz="2000" b="1" i="0" u="none" strike="noStrike" kern="1200" baseline="0">
                <a:solidFill>
                  <a:schemeClr val="tx1"/>
                </a:solidFill>
                <a:latin typeface="微軟正黑體" panose="020B0604030504040204" pitchFamily="34" charset="-120"/>
                <a:ea typeface="微軟正黑體" panose="020B0604030504040204" pitchFamily="34" charset="-120"/>
                <a:cs typeface="+mn-cs"/>
              </a:defRPr>
            </a:pPr>
            <a:endParaRPr lang="zh-TW"/>
          </a:p>
        </c:txPr>
        <c:crossAx val="-1356247056"/>
        <c:crosses val="autoZero"/>
        <c:crossBetween val="between"/>
      </c:valAx>
      <c:valAx>
        <c:axId val="-1356251952"/>
        <c:scaling>
          <c:orientation val="minMax"/>
          <c:max val="1000"/>
        </c:scaling>
        <c:delete val="0"/>
        <c:axPos val="r"/>
        <c:numFmt formatCode="#,##0_);[Red]\(#,##0\)" sourceLinked="0"/>
        <c:majorTickMark val="out"/>
        <c:minorTickMark val="none"/>
        <c:tickLblPos val="nextTo"/>
        <c:spPr>
          <a:noFill/>
          <a:ln>
            <a:noFill/>
          </a:ln>
          <a:effectLst/>
        </c:spPr>
        <c:txPr>
          <a:bodyPr rot="60000" spcFirstLastPara="1" vertOverflow="ellipsis" wrap="square" anchor="ctr" anchorCtr="1"/>
          <a:lstStyle/>
          <a:p>
            <a:pPr>
              <a:defRPr sz="2000" b="1" i="0" u="none" strike="noStrike" kern="1200" baseline="0">
                <a:solidFill>
                  <a:schemeClr val="tx1"/>
                </a:solidFill>
                <a:latin typeface="微軟正黑體" panose="020B0604030504040204" pitchFamily="34" charset="-120"/>
                <a:ea typeface="微軟正黑體" panose="020B0604030504040204" pitchFamily="34" charset="-120"/>
                <a:cs typeface="+mn-cs"/>
              </a:defRPr>
            </a:pPr>
            <a:endParaRPr lang="zh-TW"/>
          </a:p>
        </c:txPr>
        <c:crossAx val="-1356246512"/>
        <c:crosses val="max"/>
        <c:crossBetween val="between"/>
        <c:majorUnit val="200"/>
      </c:valAx>
      <c:catAx>
        <c:axId val="-1356246512"/>
        <c:scaling>
          <c:orientation val="minMax"/>
        </c:scaling>
        <c:delete val="1"/>
        <c:axPos val="b"/>
        <c:numFmt formatCode="General" sourceLinked="1"/>
        <c:majorTickMark val="out"/>
        <c:minorTickMark val="none"/>
        <c:tickLblPos val="nextTo"/>
        <c:crossAx val="-1356251952"/>
        <c:crosses val="autoZero"/>
        <c:auto val="1"/>
        <c:lblAlgn val="ctr"/>
        <c:lblOffset val="100"/>
        <c:noMultiLvlLbl val="0"/>
      </c:catAx>
      <c:spPr>
        <a:noFill/>
        <a:ln>
          <a:noFill/>
        </a:ln>
        <a:effectLst/>
      </c:spPr>
    </c:plotArea>
    <c:legend>
      <c:legendPos val="t"/>
      <c:layout>
        <c:manualLayout>
          <c:xMode val="edge"/>
          <c:yMode val="edge"/>
          <c:x val="0.28099633703388799"/>
          <c:y val="0"/>
          <c:w val="0.36826085949684312"/>
          <c:h val="9.8324456604473962E-2"/>
        </c:manualLayout>
      </c:layout>
      <c:overlay val="0"/>
      <c:spPr>
        <a:noFill/>
        <a:ln>
          <a:noFill/>
        </a:ln>
        <a:effectLst/>
      </c:spPr>
      <c:txPr>
        <a:bodyPr rot="0" spcFirstLastPara="1" vertOverflow="ellipsis" vert="horz" wrap="square" anchor="ctr" anchorCtr="1"/>
        <a:lstStyle/>
        <a:p>
          <a:pPr>
            <a:defRPr sz="1800" b="1" i="0" u="none" strike="noStrike" kern="1200" baseline="0">
              <a:solidFill>
                <a:schemeClr val="tx1"/>
              </a:solidFill>
              <a:latin typeface="微軟正黑體" panose="020B0604030504040204" pitchFamily="34" charset="-120"/>
              <a:ea typeface="微軟正黑體" panose="020B0604030504040204" pitchFamily="34" charset="-120"/>
              <a:cs typeface="+mn-cs"/>
            </a:defRPr>
          </a:pPr>
          <a:endParaRPr lang="zh-TW"/>
        </a:p>
      </c:txPr>
    </c:legend>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2000" b="1">
          <a:solidFill>
            <a:schemeClr val="tx1"/>
          </a:solidFill>
          <a:latin typeface="微軟正黑體" panose="020B0604030504040204" pitchFamily="34" charset="-120"/>
          <a:ea typeface="微軟正黑體" panose="020B0604030504040204" pitchFamily="34" charset="-120"/>
        </a:defRPr>
      </a:pPr>
      <a:endParaRPr lang="zh-TW"/>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工作表1!$B$1</c:f>
              <c:strCache>
                <c:ptCount val="1"/>
                <c:pt idx="0">
                  <c:v>動力電池裝機量</c:v>
                </c:pt>
              </c:strCache>
            </c:strRef>
          </c:tx>
          <c:spPr>
            <a:solidFill>
              <a:srgbClr val="00487E"/>
            </a:solidFill>
            <a:ln>
              <a:noFill/>
            </a:ln>
            <a:effectLst/>
          </c:spPr>
          <c:invertIfNegative val="0"/>
          <c:dPt>
            <c:idx val="6"/>
            <c:invertIfNegative val="0"/>
            <c:bubble3D val="0"/>
            <c:spPr>
              <a:solidFill>
                <a:schemeClr val="accent1">
                  <a:lumMod val="75000"/>
                </a:schemeClr>
              </a:solidFill>
              <a:ln>
                <a:noFill/>
              </a:ln>
              <a:effectLst/>
            </c:spPr>
            <c:extLst xmlns:c16r2="http://schemas.microsoft.com/office/drawing/2015/06/chart">
              <c:ext xmlns:c16="http://schemas.microsoft.com/office/drawing/2014/chart" uri="{C3380CC4-5D6E-409C-BE32-E72D297353CC}">
                <c16:uniqueId val="{00000003-7951-4F6A-A0CC-1C047C509B72}"/>
              </c:ext>
            </c:extLst>
          </c:dPt>
          <c:cat>
            <c:strRef>
              <c:f>工作表1!$A$2:$A$8</c:f>
              <c:strCache>
                <c:ptCount val="7"/>
                <c:pt idx="0">
                  <c:v>2020</c:v>
                </c:pt>
                <c:pt idx="1">
                  <c:v>2021</c:v>
                </c:pt>
                <c:pt idx="2">
                  <c:v>2022</c:v>
                </c:pt>
                <c:pt idx="3">
                  <c:v>2023</c:v>
                </c:pt>
                <c:pt idx="4">
                  <c:v>2024</c:v>
                </c:pt>
                <c:pt idx="5">
                  <c:v>2025</c:v>
                </c:pt>
                <c:pt idx="6">
                  <c:v>1Q26</c:v>
                </c:pt>
              </c:strCache>
            </c:strRef>
          </c:cat>
          <c:val>
            <c:numRef>
              <c:f>工作表1!$B$2:$B$8</c:f>
              <c:numCache>
                <c:formatCode>0.0</c:formatCode>
                <c:ptCount val="7"/>
                <c:pt idx="0">
                  <c:v>36.200000000000003</c:v>
                </c:pt>
                <c:pt idx="1">
                  <c:v>96.7</c:v>
                </c:pt>
                <c:pt idx="2">
                  <c:v>191.6</c:v>
                </c:pt>
                <c:pt idx="3">
                  <c:v>259.7</c:v>
                </c:pt>
                <c:pt idx="4">
                  <c:v>339.3</c:v>
                </c:pt>
                <c:pt idx="5">
                  <c:v>464.7</c:v>
                </c:pt>
                <c:pt idx="6">
                  <c:v>99.5</c:v>
                </c:pt>
              </c:numCache>
            </c:numRef>
          </c:val>
          <c:extLst xmlns:c16r2="http://schemas.microsoft.com/office/drawing/2015/06/chart">
            <c:ext xmlns:c16="http://schemas.microsoft.com/office/drawing/2014/chart" uri="{C3380CC4-5D6E-409C-BE32-E72D297353CC}">
              <c16:uniqueId val="{00000000-7951-4F6A-A0CC-1C047C509B72}"/>
            </c:ext>
          </c:extLst>
        </c:ser>
        <c:dLbls>
          <c:showLegendKey val="0"/>
          <c:showVal val="0"/>
          <c:showCatName val="0"/>
          <c:showSerName val="0"/>
          <c:showPercent val="0"/>
          <c:showBubbleSize val="0"/>
        </c:dLbls>
        <c:gapWidth val="150"/>
        <c:axId val="-1356250864"/>
        <c:axId val="-1356255216"/>
      </c:barChart>
      <c:lineChart>
        <c:grouping val="standard"/>
        <c:varyColors val="0"/>
        <c:ser>
          <c:idx val="1"/>
          <c:order val="1"/>
          <c:tx>
            <c:strRef>
              <c:f>工作表1!$C$1</c:f>
              <c:strCache>
                <c:ptCount val="1"/>
                <c:pt idx="0">
                  <c:v>全球市佔率</c:v>
                </c:pt>
              </c:strCache>
            </c:strRef>
          </c:tx>
          <c:spPr>
            <a:ln w="38100" cap="rnd">
              <a:solidFill>
                <a:schemeClr val="accent6">
                  <a:lumMod val="50000"/>
                </a:schemeClr>
              </a:solidFill>
              <a:round/>
            </a:ln>
            <a:effectLst/>
          </c:spPr>
          <c:marker>
            <c:symbol val="diamond"/>
            <c:size val="10"/>
            <c:spPr>
              <a:solidFill>
                <a:schemeClr val="accent6">
                  <a:lumMod val="50000"/>
                </a:schemeClr>
              </a:solidFill>
              <a:ln w="38100">
                <a:solidFill>
                  <a:schemeClr val="accent6">
                    <a:lumMod val="50000"/>
                  </a:schemeClr>
                </a:solidFill>
              </a:ln>
              <a:effectLst/>
            </c:spPr>
          </c:marker>
          <c:cat>
            <c:strRef>
              <c:f>工作表1!$A$2:$A$8</c:f>
              <c:strCache>
                <c:ptCount val="7"/>
                <c:pt idx="0">
                  <c:v>2020</c:v>
                </c:pt>
                <c:pt idx="1">
                  <c:v>2021</c:v>
                </c:pt>
                <c:pt idx="2">
                  <c:v>2022</c:v>
                </c:pt>
                <c:pt idx="3">
                  <c:v>2023</c:v>
                </c:pt>
                <c:pt idx="4">
                  <c:v>2024</c:v>
                </c:pt>
                <c:pt idx="5">
                  <c:v>2025</c:v>
                </c:pt>
                <c:pt idx="6">
                  <c:v>1Q26</c:v>
                </c:pt>
              </c:strCache>
            </c:strRef>
          </c:cat>
          <c:val>
            <c:numRef>
              <c:f>工作表1!$C$2:$C$8</c:f>
              <c:numCache>
                <c:formatCode>0.0%</c:formatCode>
                <c:ptCount val="7"/>
                <c:pt idx="0">
                  <c:v>0.246</c:v>
                </c:pt>
                <c:pt idx="1">
                  <c:v>0.32600000000000001</c:v>
                </c:pt>
                <c:pt idx="2">
                  <c:v>0.37</c:v>
                </c:pt>
                <c:pt idx="3">
                  <c:v>0.36799999999999999</c:v>
                </c:pt>
                <c:pt idx="4">
                  <c:v>0.379</c:v>
                </c:pt>
                <c:pt idx="5">
                  <c:v>0.39200000000000002</c:v>
                </c:pt>
                <c:pt idx="6">
                  <c:v>0.40699999999999997</c:v>
                </c:pt>
              </c:numCache>
            </c:numRef>
          </c:val>
          <c:smooth val="0"/>
          <c:extLst xmlns:c16r2="http://schemas.microsoft.com/office/drawing/2015/06/chart">
            <c:ext xmlns:c16="http://schemas.microsoft.com/office/drawing/2014/chart" uri="{C3380CC4-5D6E-409C-BE32-E72D297353CC}">
              <c16:uniqueId val="{00000001-7951-4F6A-A0CC-1C047C509B72}"/>
            </c:ext>
          </c:extLst>
        </c:ser>
        <c:dLbls>
          <c:showLegendKey val="0"/>
          <c:showVal val="0"/>
          <c:showCatName val="0"/>
          <c:showSerName val="0"/>
          <c:showPercent val="0"/>
          <c:showBubbleSize val="0"/>
        </c:dLbls>
        <c:marker val="1"/>
        <c:smooth val="0"/>
        <c:axId val="-1356249232"/>
        <c:axId val="-1356249776"/>
      </c:lineChart>
      <c:catAx>
        <c:axId val="-13562508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2000" b="1" i="0" u="none" strike="noStrike" kern="1200" baseline="0">
                <a:solidFill>
                  <a:schemeClr val="tx1"/>
                </a:solidFill>
                <a:latin typeface="微軟正黑體" panose="020B0604030504040204" pitchFamily="34" charset="-120"/>
                <a:ea typeface="微軟正黑體" panose="020B0604030504040204" pitchFamily="34" charset="-120"/>
                <a:cs typeface="+mn-cs"/>
              </a:defRPr>
            </a:pPr>
            <a:endParaRPr lang="zh-TW"/>
          </a:p>
        </c:txPr>
        <c:crossAx val="-1356255216"/>
        <c:crosses val="autoZero"/>
        <c:auto val="1"/>
        <c:lblAlgn val="ctr"/>
        <c:lblOffset val="100"/>
        <c:noMultiLvlLbl val="0"/>
      </c:catAx>
      <c:valAx>
        <c:axId val="-1356255216"/>
        <c:scaling>
          <c:orientation val="minMax"/>
        </c:scaling>
        <c:delete val="0"/>
        <c:axPos val="l"/>
        <c:majorGridlines>
          <c:spPr>
            <a:ln w="9525" cap="flat" cmpd="sng" algn="ctr">
              <a:solidFill>
                <a:schemeClr val="tx1">
                  <a:lumMod val="15000"/>
                  <a:lumOff val="85000"/>
                </a:schemeClr>
              </a:solidFill>
              <a:round/>
            </a:ln>
            <a:effectLst/>
          </c:spPr>
        </c:majorGridlines>
        <c:numFmt formatCode="#,##0_);[Red]\(#,##0\)" sourceLinked="0"/>
        <c:majorTickMark val="none"/>
        <c:minorTickMark val="none"/>
        <c:tickLblPos val="nextTo"/>
        <c:spPr>
          <a:noFill/>
          <a:ln>
            <a:noFill/>
          </a:ln>
          <a:effectLst/>
        </c:spPr>
        <c:txPr>
          <a:bodyPr rot="-60000000" spcFirstLastPara="1" vertOverflow="ellipsis" vert="horz" wrap="square" anchor="ctr" anchorCtr="1"/>
          <a:lstStyle/>
          <a:p>
            <a:pPr>
              <a:defRPr sz="2000" b="1" i="0" u="none" strike="noStrike" kern="1200" baseline="0">
                <a:solidFill>
                  <a:schemeClr val="tx1"/>
                </a:solidFill>
                <a:latin typeface="微軟正黑體" panose="020B0604030504040204" pitchFamily="34" charset="-120"/>
                <a:ea typeface="微軟正黑體" panose="020B0604030504040204" pitchFamily="34" charset="-120"/>
                <a:cs typeface="+mn-cs"/>
              </a:defRPr>
            </a:pPr>
            <a:endParaRPr lang="zh-TW"/>
          </a:p>
        </c:txPr>
        <c:crossAx val="-1356250864"/>
        <c:crosses val="autoZero"/>
        <c:crossBetween val="between"/>
      </c:valAx>
      <c:valAx>
        <c:axId val="-1356249776"/>
        <c:scaling>
          <c:orientation val="minMax"/>
        </c:scaling>
        <c:delete val="0"/>
        <c:axPos val="r"/>
        <c:numFmt formatCode="0%" sourceLinked="0"/>
        <c:majorTickMark val="out"/>
        <c:minorTickMark val="none"/>
        <c:tickLblPos val="nextTo"/>
        <c:spPr>
          <a:noFill/>
          <a:ln>
            <a:noFill/>
          </a:ln>
          <a:effectLst/>
        </c:spPr>
        <c:txPr>
          <a:bodyPr rot="60000" spcFirstLastPara="1" vertOverflow="ellipsis" wrap="square" anchor="ctr" anchorCtr="1"/>
          <a:lstStyle/>
          <a:p>
            <a:pPr>
              <a:defRPr sz="2000" b="1" i="0" u="none" strike="noStrike" kern="1200" baseline="0">
                <a:solidFill>
                  <a:schemeClr val="tx1"/>
                </a:solidFill>
                <a:latin typeface="微軟正黑體" panose="020B0604030504040204" pitchFamily="34" charset="-120"/>
                <a:ea typeface="微軟正黑體" panose="020B0604030504040204" pitchFamily="34" charset="-120"/>
                <a:cs typeface="+mn-cs"/>
              </a:defRPr>
            </a:pPr>
            <a:endParaRPr lang="zh-TW"/>
          </a:p>
        </c:txPr>
        <c:crossAx val="-1356249232"/>
        <c:crosses val="max"/>
        <c:crossBetween val="between"/>
      </c:valAx>
      <c:catAx>
        <c:axId val="-1356249232"/>
        <c:scaling>
          <c:orientation val="minMax"/>
        </c:scaling>
        <c:delete val="1"/>
        <c:axPos val="b"/>
        <c:numFmt formatCode="General" sourceLinked="1"/>
        <c:majorTickMark val="out"/>
        <c:minorTickMark val="none"/>
        <c:tickLblPos val="nextTo"/>
        <c:crossAx val="-1356249776"/>
        <c:crosses val="autoZero"/>
        <c:auto val="1"/>
        <c:lblAlgn val="ctr"/>
        <c:lblOffset val="100"/>
        <c:noMultiLvlLbl val="0"/>
      </c:catAx>
      <c:dTable>
        <c:showHorzBorder val="1"/>
        <c:showVertBorder val="0"/>
        <c:showOutline val="0"/>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2000" b="1" i="0" u="none" strike="noStrike" kern="1200" baseline="0">
                <a:solidFill>
                  <a:schemeClr val="tx1"/>
                </a:solidFill>
                <a:latin typeface="微軟正黑體" panose="020B0604030504040204" pitchFamily="34" charset="-120"/>
                <a:ea typeface="微軟正黑體" panose="020B0604030504040204" pitchFamily="34" charset="-120"/>
                <a:cs typeface="+mn-cs"/>
              </a:defRPr>
            </a:pPr>
            <a:endParaRPr lang="zh-TW"/>
          </a:p>
        </c:txPr>
      </c:dTable>
      <c:spPr>
        <a:noFill/>
        <a:ln>
          <a:noFill/>
        </a:ln>
        <a:effectLst/>
      </c:spPr>
    </c:plotArea>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2000" b="1">
          <a:solidFill>
            <a:schemeClr val="tx1"/>
          </a:solidFill>
          <a:latin typeface="微軟正黑體" panose="020B0604030504040204" pitchFamily="34" charset="-120"/>
          <a:ea typeface="微軟正黑體" panose="020B0604030504040204" pitchFamily="34" charset="-120"/>
        </a:defRPr>
      </a:pPr>
      <a:endParaRPr lang="zh-TW"/>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C6BEBB4B-BD58-4331-B12E-A69B2F1AD4F2}" type="datetimeFigureOut">
              <a:rPr lang="zh-TW" altLang="en-US" smtClean="0"/>
              <a:t>2026/6/3</a:t>
            </a:fld>
            <a:endParaRPr lang="zh-TW" altLang="en-US"/>
          </a:p>
        </p:txBody>
      </p:sp>
      <p:sp>
        <p:nvSpPr>
          <p:cNvPr id="4" name="投影片影像版面配置區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B27B0BF3-478A-4A4E-9186-B0C5881DA282}" type="slidenum">
              <a:rPr lang="zh-TW" altLang="en-US" smtClean="0"/>
              <a:t>‹#›</a:t>
            </a:fld>
            <a:endParaRPr lang="zh-TW" altLang="en-US"/>
          </a:p>
        </p:txBody>
      </p:sp>
    </p:spTree>
    <p:extLst>
      <p:ext uri="{BB962C8B-B14F-4D97-AF65-F5344CB8AC3E}">
        <p14:creationId xmlns:p14="http://schemas.microsoft.com/office/powerpoint/2010/main" val="38454597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3127" userDrawn="1">
          <p15:clr>
            <a:srgbClr val="F26B43"/>
          </p15:clr>
        </p15:guide>
        <p15:guide id="2" pos="2141"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u="none" dirty="0"/>
              <a:t>DIGITIMES</a:t>
            </a:r>
            <a:r>
              <a:rPr lang="zh-TW" altLang="en-US" u="none" dirty="0"/>
              <a:t>觀察，寧德時代作為全球動力電池的龍頭業者，短期營運動能仍以動力電池業務為核心，並透過持續擴大車廠客戶基礎，深化海外產能與據點布局，進一步強化全球供應能力。中長期則藉由科技日發表多項電池新技術，將競爭重點由出貨規模與強調單一電池規格，延伸至快充、長續航、低溫補能、輕量化、安全性，以及針對不同車型與使用情境的有感體驗。</a:t>
            </a:r>
          </a:p>
          <a:p>
            <a:endParaRPr lang="zh-TW" altLang="en-US" u="none" dirty="0"/>
          </a:p>
          <a:p>
            <a:r>
              <a:rPr lang="zh-TW" altLang="en-US" u="none" dirty="0"/>
              <a:t>觀察寧德時代近年營運與全球布局，動力電池仍是該公司最主要的營收與獲利來源，</a:t>
            </a:r>
            <a:r>
              <a:rPr lang="en-US" altLang="zh-TW" u="none" dirty="0"/>
              <a:t>2025</a:t>
            </a:r>
            <a:r>
              <a:rPr lang="zh-TW" altLang="en-US" u="none" dirty="0"/>
              <a:t>年其動力電池營收佔比達</a:t>
            </a:r>
            <a:r>
              <a:rPr lang="en-US" altLang="zh-TW" u="none" dirty="0"/>
              <a:t>74.7%</a:t>
            </a:r>
            <a:r>
              <a:rPr lang="zh-TW" altLang="en-US" u="none" dirty="0"/>
              <a:t>，銷量提升至</a:t>
            </a:r>
            <a:r>
              <a:rPr lang="en-US" altLang="zh-TW" u="none" dirty="0"/>
              <a:t>541GWh</a:t>
            </a:r>
            <a:r>
              <a:rPr lang="zh-TW" altLang="en-US" u="none" dirty="0"/>
              <a:t>，毛利率維持約</a:t>
            </a:r>
            <a:r>
              <a:rPr lang="en-US" altLang="zh-TW" u="none" dirty="0"/>
              <a:t>24%</a:t>
            </a:r>
            <a:r>
              <a:rPr lang="zh-TW" altLang="en-US" u="none" dirty="0"/>
              <a:t>；</a:t>
            </a:r>
            <a:r>
              <a:rPr lang="en-US" altLang="zh-TW" u="none" dirty="0"/>
              <a:t>2026</a:t>
            </a:r>
            <a:r>
              <a:rPr lang="zh-TW" altLang="en-US" u="none" dirty="0"/>
              <a:t>年第</a:t>
            </a:r>
            <a:r>
              <a:rPr lang="en-US" altLang="zh-TW" u="none" dirty="0"/>
              <a:t>1</a:t>
            </a:r>
            <a:r>
              <a:rPr lang="zh-TW" altLang="en-US" u="none" dirty="0"/>
              <a:t>季動力電池裝機量全球市佔率進一步突破</a:t>
            </a:r>
            <a:r>
              <a:rPr lang="en-US" altLang="zh-TW" u="none" dirty="0"/>
              <a:t>40%</a:t>
            </a:r>
            <a:r>
              <a:rPr lang="zh-TW" altLang="en-US" u="none" dirty="0"/>
              <a:t>。此外，其客戶基礎已由中國自主品牌延伸至國際車廠、商用車與新興市場，並透過歐洲與印尼建廠布局，持續強化在地供應、交付彈性與全球產能調度能力。</a:t>
            </a:r>
          </a:p>
          <a:p>
            <a:endParaRPr lang="zh-TW" altLang="en-US" u="none" dirty="0"/>
          </a:p>
          <a:p>
            <a:r>
              <a:rPr lang="zh-TW" altLang="en-US" u="none" dirty="0"/>
              <a:t>技術布局方面，寧德時代於</a:t>
            </a:r>
            <a:r>
              <a:rPr lang="en-US" altLang="zh-TW" u="none" dirty="0"/>
              <a:t>2026</a:t>
            </a:r>
            <a:r>
              <a:rPr lang="zh-TW" altLang="en-US" u="none" dirty="0"/>
              <a:t>年科技日發表神行第三代、麒麟第三代、麒麟凝聚態與逍遙第二代等多項電池方案。其中，神行第三代聚焦超充與負</a:t>
            </a:r>
            <a:r>
              <a:rPr lang="en-US" altLang="zh-TW" u="none" dirty="0"/>
              <a:t>30°C</a:t>
            </a:r>
            <a:r>
              <a:rPr lang="zh-TW" altLang="en-US" u="none" dirty="0"/>
              <a:t>低溫快充，訴求縮短補能等待時間，並改善冬季充電痛點；麒麟第三代則主攻高階純電車的長續航與輕量化特性，透過降低電池重量，進一步提升加速、制動、節能與整體安全表現。</a:t>
            </a:r>
          </a:p>
          <a:p>
            <a:endParaRPr lang="zh-TW" altLang="en-US" u="none" dirty="0"/>
          </a:p>
          <a:p>
            <a:r>
              <a:rPr lang="zh-TW" altLang="en-US" u="none" dirty="0"/>
              <a:t>進一步來看，麒麟凝聚態電池方案代表寧德時代將航空級凝聚態技術，下放至乘用車應用，透過提高能量密度做法，推升高階純電車續航里程上限至</a:t>
            </a:r>
            <a:r>
              <a:rPr lang="en-US" altLang="zh-TW" u="none" dirty="0"/>
              <a:t>1,500</a:t>
            </a:r>
            <a:r>
              <a:rPr lang="zh-TW" altLang="en-US" u="none" dirty="0"/>
              <a:t>公里；逍遙第二代則對應增程式與</a:t>
            </a:r>
            <a:r>
              <a:rPr lang="en-US" altLang="zh-TW" u="none" dirty="0"/>
              <a:t>PHEV</a:t>
            </a:r>
            <a:r>
              <a:rPr lang="zh-TW" altLang="en-US" u="none" dirty="0"/>
              <a:t>車型，主打提升純電續航、強化低電量輸出穩定性與安全防護能力。整體而言，寧德時代技術競爭重點已由單一電池性能比較，逐步轉向全場景用車體驗，以及多車型適配能力。</a:t>
            </a:r>
            <a:endParaRPr lang="zh-TW" altLang="en-US" sz="1200" kern="1200" dirty="0">
              <a:solidFill>
                <a:schemeClr val="tx1"/>
              </a:solidFill>
              <a:effectLst/>
              <a:latin typeface="+mn-ea"/>
              <a:ea typeface="+mn-ea"/>
              <a:cs typeface="Times New Roman" panose="02020603050405020304" pitchFamily="18" charset="0"/>
            </a:endParaRPr>
          </a:p>
          <a:p>
            <a:pPr marL="0" indent="0" algn="l" defTabSz="914400" rtl="0" eaLnBrk="1" latinLnBrk="0" hangingPunct="1">
              <a:buFont typeface="Arial" panose="020B0604020202020204" pitchFamily="34" charset="0"/>
              <a:buNone/>
            </a:pPr>
            <a:endParaRPr lang="zh-TW" altLang="zh-TW" sz="1200" kern="1200" dirty="0">
              <a:solidFill>
                <a:schemeClr val="tx1"/>
              </a:solidFill>
              <a:effectLst/>
              <a:latin typeface="+mn-ea"/>
              <a:ea typeface="+mn-ea"/>
              <a:cs typeface="Times New Roman" panose="02020603050405020304" pitchFamily="18" charset="0"/>
            </a:endParaRPr>
          </a:p>
        </p:txBody>
      </p:sp>
      <p:sp>
        <p:nvSpPr>
          <p:cNvPr id="4" name="投影片編號版面配置區 3"/>
          <p:cNvSpPr>
            <a:spLocks noGrp="1"/>
          </p:cNvSpPr>
          <p:nvPr>
            <p:ph type="sldNum" sz="quarter" idx="10"/>
          </p:nvPr>
        </p:nvSpPr>
        <p:spPr/>
        <p:txBody>
          <a:bodyPr/>
          <a:lstStyle/>
          <a:p>
            <a:fld id="{B27B0BF3-478A-4A4E-9186-B0C5881DA282}" type="slidenum">
              <a:rPr lang="zh-TW" altLang="en-US" smtClean="0"/>
              <a:t>1</a:t>
            </a:fld>
            <a:endParaRPr lang="zh-TW" altLang="en-US"/>
          </a:p>
        </p:txBody>
      </p:sp>
    </p:spTree>
    <p:extLst>
      <p:ext uri="{BB962C8B-B14F-4D97-AF65-F5344CB8AC3E}">
        <p14:creationId xmlns:p14="http://schemas.microsoft.com/office/powerpoint/2010/main" val="10906112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641BCD4-1B16-7E23-2B1B-B4AB49A0F804}"/>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xmlns="" id="{1717EE80-9378-308A-2F92-13FDF9CAFE5C}"/>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xmlns="" id="{7D7B5B4B-AFA3-C25C-4671-A3898A12BFDF}"/>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xmlns="" id="{A2396FEF-FB05-C5E9-FC00-CF88B3C11EF5}"/>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B27B0BF3-478A-4A4E-9186-B0C5881DA282}" type="slidenum">
              <a:rPr kumimoji="0" lang="zh-TW" altLang="en-US" sz="1200" b="0" i="0" u="none" strike="noStrike" kern="1200" cap="none" spc="0" normalizeH="0" baseline="0" noProof="0" smtClean="0">
                <a:ln>
                  <a:noFill/>
                </a:ln>
                <a:solidFill>
                  <a:prstClr val="black"/>
                </a:solidFill>
                <a:effectLst/>
                <a:uLnTx/>
                <a:uFillTx/>
                <a:latin typeface="Calibri" panose="020F0502020204030204" pitchFamily="34" charset="0"/>
                <a:ea typeface="新細明體" panose="02020500000000000000" pitchFamily="18" charset="-120"/>
                <a:cs typeface="+mn-cs"/>
              </a:rPr>
              <a:pPr marL="0" marR="0" lvl="0" indent="0" algn="r" defTabSz="914400" rtl="0" eaLnBrk="0" fontAlgn="base" latinLnBrk="0" hangingPunct="0">
                <a:lnSpc>
                  <a:spcPct val="100000"/>
                </a:lnSpc>
                <a:spcBef>
                  <a:spcPct val="0"/>
                </a:spcBef>
                <a:spcAft>
                  <a:spcPct val="0"/>
                </a:spcAft>
                <a:buClrTx/>
                <a:buSzTx/>
                <a:buFontTx/>
                <a:buNone/>
                <a:tabLst/>
                <a:defRPr/>
              </a:pPr>
              <a:t>2</a:t>
            </a:fld>
            <a:endParaRPr kumimoji="0" lang="zh-TW"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mn-cs"/>
            </a:endParaRPr>
          </a:p>
        </p:txBody>
      </p:sp>
    </p:spTree>
    <p:extLst>
      <p:ext uri="{BB962C8B-B14F-4D97-AF65-F5344CB8AC3E}">
        <p14:creationId xmlns:p14="http://schemas.microsoft.com/office/powerpoint/2010/main" val="33639035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9C8F458-3129-40DD-3CF9-04A09DAE009A}"/>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xmlns="" id="{28EF042B-376C-20E7-20E5-915F4D75D0A2}"/>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xmlns="" id="{F0A4D53C-D080-285E-713B-CB2859BCFAE4}"/>
              </a:ext>
            </a:extLst>
          </p:cNvPr>
          <p:cNvSpPr>
            <a:spLocks noGrp="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寧德時代為全球動力電池的龍頭業者，從營收結構觀察，動力電池為該公司最主要的營收來源，近年佔整體營收比重維持約</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7</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成。</a:t>
            </a:r>
          </a:p>
          <a:p>
            <a:pPr marL="1714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寧德時代營收組成包含動力電池、儲能電池、電池材料及回收、電池礦產資源等業務，其中以動力電池營收佔比最高；以</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2025</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年為例，其動力電池營收達人民幣</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3,165</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億元，佔整體營收比重</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74.7%</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a:t>
            </a:r>
          </a:p>
          <a:p>
            <a:pPr marL="1714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進一步觀察</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2020~2025</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年營收變化，</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2024</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年其動力電池營收雖受到電池價格下滑與市場競爭影響而年減</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11%</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，但</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2025</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年已回升至成長軌道，且營收佔比為</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2021</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年以來高點，反映動力電池仍是支撐其營運規模與後續技術投入的核心業務。</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endParaRPr>
          </a:p>
          <a:p>
            <a:endParaRPr lang="zh-TW" altLang="en-US" dirty="0"/>
          </a:p>
        </p:txBody>
      </p:sp>
      <p:sp>
        <p:nvSpPr>
          <p:cNvPr id="4" name="投影片編號版面配置區 3">
            <a:extLst>
              <a:ext uri="{FF2B5EF4-FFF2-40B4-BE49-F238E27FC236}">
                <a16:creationId xmlns:a16="http://schemas.microsoft.com/office/drawing/2014/main" xmlns="" id="{F9758AB5-4427-CE94-297F-F3885141DEF2}"/>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B27B0BF3-478A-4A4E-9186-B0C5881DA282}" type="slidenum">
              <a:rPr kumimoji="0" lang="zh-TW" altLang="en-US" sz="1200" b="0" i="0" u="none" strike="noStrike" kern="1200" cap="none" spc="0" normalizeH="0" baseline="0" noProof="0" smtClean="0">
                <a:ln>
                  <a:noFill/>
                </a:ln>
                <a:solidFill>
                  <a:prstClr val="black"/>
                </a:solidFill>
                <a:effectLst/>
                <a:uLnTx/>
                <a:uFillTx/>
                <a:latin typeface="Calibri" panose="020F0502020204030204" pitchFamily="34" charset="0"/>
                <a:ea typeface="新細明體" panose="02020500000000000000" pitchFamily="18" charset="-120"/>
                <a:cs typeface="+mn-cs"/>
              </a:rPr>
              <a:pPr marL="0" marR="0" lvl="0" indent="0" algn="r" defTabSz="914400" rtl="0" eaLnBrk="0" fontAlgn="base" latinLnBrk="0" hangingPunct="0">
                <a:lnSpc>
                  <a:spcPct val="100000"/>
                </a:lnSpc>
                <a:spcBef>
                  <a:spcPct val="0"/>
                </a:spcBef>
                <a:spcAft>
                  <a:spcPct val="0"/>
                </a:spcAft>
                <a:buClrTx/>
                <a:buSzTx/>
                <a:buFontTx/>
                <a:buNone/>
                <a:tabLst/>
                <a:defRPr/>
              </a:pPr>
              <a:t>3</a:t>
            </a:fld>
            <a:endParaRPr kumimoji="0" lang="zh-TW"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mn-cs"/>
            </a:endParaRPr>
          </a:p>
        </p:txBody>
      </p:sp>
    </p:spTree>
    <p:extLst>
      <p:ext uri="{BB962C8B-B14F-4D97-AF65-F5344CB8AC3E}">
        <p14:creationId xmlns:p14="http://schemas.microsoft.com/office/powerpoint/2010/main" val="5704797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動力電池不僅是寧德時代最主要營收來源，也是支撐其出貨規模與獲利表現的核心業務。</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2020~2025</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年間寧德時代動力電池銷量成長達</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12.3</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倍，雖均價自高點下滑約</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4</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成，然</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2025</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年毛利率維持近</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24%</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a:t>
            </a:r>
          </a:p>
          <a:p>
            <a:pPr marL="1714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從銷量觀察，寧德時代動力電池銷量由</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2020</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年的</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44GWh</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，提升至</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2025</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年的</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541GWh</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5</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年間成長達</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12.3</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倍，顯示其車廠客戶基礎擴大，持續推升動力電池出貨規模。</a:t>
            </a:r>
          </a:p>
          <a:p>
            <a:pPr marL="1714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然從均價變化來看，其動力電池均價從</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2022</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年高點人民幣</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978</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元</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/KWh</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，下降至</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2025</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年的</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585</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元</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/KWh</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，此反映原材料價格回落、</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LFP</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電池佔比提升，以及市場價格競爭加劇等因素。</a:t>
            </a:r>
          </a:p>
          <a:p>
            <a:pPr marL="1714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雖然均價下滑，但寧德時代動力電池毛利率並未同步惡化，其毛利率由</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2022</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年的</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14.1%</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低點，回升至</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2024</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年的</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23.9%</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2025</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年的</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23.8%</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，顯示該公司仍具備規模化生產、成本控管與產品結構調整等能力。</a:t>
            </a:r>
          </a:p>
          <a:p>
            <a:pPr marL="1714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進一步觀察其產能利用率表現，</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2025</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年回升至</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96.9%</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，接近滿載水準，有助於攤提固定成本及支撐毛利率表現，此亦反映市場對於該公司動力電池需求持續增加。</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endParaRPr>
          </a:p>
          <a:p>
            <a:endParaRPr lang="zh-TW" altLang="en-US" dirty="0"/>
          </a:p>
        </p:txBody>
      </p:sp>
      <p:sp>
        <p:nvSpPr>
          <p:cNvPr id="4" name="投影片編號版面配置區 3"/>
          <p:cNvSpPr>
            <a:spLocks noGrp="1"/>
          </p:cNvSpPr>
          <p:nvPr>
            <p:ph type="sldNum" sz="quarter" idx="5"/>
          </p:nvPr>
        </p:nvSpPr>
        <p:spPr/>
        <p:txBody>
          <a:bodyPr/>
          <a:lstStyle/>
          <a:p>
            <a:fld id="{B27B0BF3-478A-4A4E-9186-B0C5881DA282}" type="slidenum">
              <a:rPr lang="zh-TW" altLang="en-US" smtClean="0"/>
              <a:t>4</a:t>
            </a:fld>
            <a:endParaRPr lang="zh-TW" altLang="en-US"/>
          </a:p>
        </p:txBody>
      </p:sp>
    </p:spTree>
    <p:extLst>
      <p:ext uri="{BB962C8B-B14F-4D97-AF65-F5344CB8AC3E}">
        <p14:creationId xmlns:p14="http://schemas.microsoft.com/office/powerpoint/2010/main" val="34987889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觀察寧德時代動力電池全球裝機量，</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2020~2025</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年間其規模擴大逾</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12</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倍，至</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2026</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年第</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1</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季，全球市佔率突破</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4</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成，持續維持動力電池全球龍頭地位。</a:t>
            </a:r>
          </a:p>
          <a:p>
            <a:pPr marL="1714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從動力電池裝機量觀察，裝機量由</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2020</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年的</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36.2GWh</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，提升至</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2025</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年的</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464.7GWh</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5</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年間規模擴大逾</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12</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倍。</a:t>
            </a:r>
          </a:p>
          <a:p>
            <a:pPr marL="1714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從全球市佔率觀察，市佔率由</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2020</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年的</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24.6%</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，提高至</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2025</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年的</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39.2%</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，並於</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2026</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年第</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1</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季進一步提升至</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40.7%</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a:t>
            </a:r>
          </a:p>
          <a:p>
            <a:pPr marL="1714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以上顯示，寧德時代在全球電動車市場擴張、中國電動車滲透率</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(2025</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年為</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54.6%)</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提升，以及車廠客戶基礎擴大帶動下，持續維持動力電池產業的全球龍頭地位。</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a:noFill/>
              </a:ln>
              <a:solidFill>
                <a:prstClr val="black"/>
              </a:solidFill>
              <a:effectLst/>
              <a:uLnTx/>
              <a:uFillTx/>
              <a:latin typeface="Aptos" panose="02110004020202020204"/>
              <a:ea typeface="新細明體" panose="02020500000000000000" pitchFamily="18" charset="-120"/>
              <a:cs typeface="+mn-cs"/>
            </a:endParaRPr>
          </a:p>
        </p:txBody>
      </p:sp>
      <p:sp>
        <p:nvSpPr>
          <p:cNvPr id="4" name="投影片編號版面配置區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B27B0BF3-478A-4A4E-9186-B0C5881DA282}" type="slidenum">
              <a:rPr kumimoji="0" lang="zh-TW" altLang="en-US" sz="1200" b="0" i="0" u="none" strike="noStrike" kern="1200" cap="none" spc="0" normalizeH="0" baseline="0" noProof="0" smtClean="0">
                <a:ln>
                  <a:noFill/>
                </a:ln>
                <a:solidFill>
                  <a:prstClr val="black"/>
                </a:solidFill>
                <a:effectLst/>
                <a:uLnTx/>
                <a:uFillTx/>
                <a:latin typeface="Calibri" panose="020F0502020204030204" pitchFamily="34" charset="0"/>
                <a:ea typeface="新細明體" panose="02020500000000000000" pitchFamily="18" charset="-120"/>
                <a:cs typeface="+mn-cs"/>
              </a:rPr>
              <a:pPr marL="0" marR="0" lvl="0" indent="0" algn="r" defTabSz="914400" rtl="0" eaLnBrk="0" fontAlgn="base" latinLnBrk="0" hangingPunct="0">
                <a:lnSpc>
                  <a:spcPct val="100000"/>
                </a:lnSpc>
                <a:spcBef>
                  <a:spcPct val="0"/>
                </a:spcBef>
                <a:spcAft>
                  <a:spcPct val="0"/>
                </a:spcAft>
                <a:buClrTx/>
                <a:buSzTx/>
                <a:buFontTx/>
                <a:buNone/>
                <a:tabLst/>
                <a:defRPr/>
              </a:pPr>
              <a:t>5</a:t>
            </a:fld>
            <a:endParaRPr kumimoji="0" lang="zh-TW"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mn-cs"/>
            </a:endParaRPr>
          </a:p>
        </p:txBody>
      </p:sp>
    </p:spTree>
    <p:extLst>
      <p:ext uri="{BB962C8B-B14F-4D97-AF65-F5344CB8AC3E}">
        <p14:creationId xmlns:p14="http://schemas.microsoft.com/office/powerpoint/2010/main" val="11728538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寧德時代動力電池裝機量持續擴大，截至</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2026</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年第</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1</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季全球市佔率已超越</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40%</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，主要原因為其車廠客戶基礎已由中國自主品牌，逐步延伸至合資品牌、國際車廠、商用車與新興市場。</a:t>
            </a:r>
          </a:p>
          <a:p>
            <a:pPr marL="1714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中國市場仍是寧德時代的核心基本盤，</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2025</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年中國地區佔其總營收近</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7</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成，因此，寧德時代除穩固中國電動車的高滲透率外，中國也成為該公司導入神行、麒麟、驍遙超級混動電池等新技術的重要市場。</a:t>
            </a:r>
          </a:p>
          <a:p>
            <a:pPr marL="1714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國際市場方面，寧德時代透過與歐系、美系、日系車廠合作，以及歐洲在地化產能布局，持續擴大海外車廠客戶，並強化電池供應能力。雖然</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2025</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年海外市場佔寧德時代營收約</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3</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成，但毛利率高於中國市場約</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7</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個百分點，顯示海外市場貢獻較高利潤。</a:t>
            </a:r>
          </a:p>
          <a:p>
            <a:pPr marL="1714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此外，寧德時代的合作模式已不再侷限於乘用車電池供應，也延伸至商用車、重卡、滑板底盤、整車平台，甚至是新興市場合作，顯示寧德時代在供應鏈的角色正由動力電池供應商，逐步轉向車用能源平台與解決方案提供者。</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a:noFill/>
              </a:ln>
              <a:solidFill>
                <a:prstClr val="black"/>
              </a:solidFill>
              <a:effectLst/>
              <a:uLnTx/>
              <a:uFillTx/>
              <a:latin typeface="+mn-lt"/>
              <a:ea typeface="+mn-ea"/>
              <a:cs typeface="+mn-cs"/>
            </a:endParaRPr>
          </a:p>
        </p:txBody>
      </p:sp>
      <p:sp>
        <p:nvSpPr>
          <p:cNvPr id="4" name="投影片編號版面配置區 3"/>
          <p:cNvSpPr>
            <a:spLocks noGrp="1"/>
          </p:cNvSpPr>
          <p:nvPr>
            <p:ph type="sldNum" sz="quarter" idx="5"/>
          </p:nvPr>
        </p:nvSpPr>
        <p:spPr/>
        <p:txBody>
          <a:bodyPr/>
          <a:lstStyle/>
          <a:p>
            <a:fld id="{B27B0BF3-478A-4A4E-9186-B0C5881DA282}" type="slidenum">
              <a:rPr lang="zh-TW" altLang="en-US" smtClean="0"/>
              <a:t>6</a:t>
            </a:fld>
            <a:endParaRPr lang="zh-TW" altLang="en-US"/>
          </a:p>
        </p:txBody>
      </p:sp>
    </p:spTree>
    <p:extLst>
      <p:ext uri="{BB962C8B-B14F-4D97-AF65-F5344CB8AC3E}">
        <p14:creationId xmlns:p14="http://schemas.microsoft.com/office/powerpoint/2010/main" val="42426104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隨著寧德時代車廠客戶已由中國自主品牌，延伸至國際車廠、商用車與新興市場的合作，因此海外建廠成為穩固寧德時代全球化客戶布局與在地供應能力的重要方式。</a:t>
            </a:r>
          </a:p>
          <a:p>
            <a:pPr marL="1714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生產基地布局方面，中國仍是寧德時代最主要的製造基地，其已在中國建立多個大規模的電池工廠，對應當地車廠客戶需求與動力電池出貨規模。</a:t>
            </a:r>
          </a:p>
          <a:p>
            <a:pPr marL="1714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海外布局方面，寧德時代擴張重心以歐洲為主，透過德國、匈牙利與西班牙等製造基地，強化對歐系車廠的在地化供應能力，同時降低跨區物流、關稅與政策風險。 </a:t>
            </a:r>
          </a:p>
          <a:p>
            <a:pPr marL="1714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印尼布局方面，除切入東南亞電動車市場外，也結合當地業者共同推動鎳礦、材料、電池製造與回收等環節，顯示寧德時代海外布局不只著眼終端市場，也延伸至區域資源與產業鏈整合。</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endParaRPr>
          </a:p>
          <a:p>
            <a:endParaRPr lang="zh-TW" altLang="en-US" dirty="0"/>
          </a:p>
        </p:txBody>
      </p:sp>
      <p:sp>
        <p:nvSpPr>
          <p:cNvPr id="4" name="投影片編號版面配置區 3"/>
          <p:cNvSpPr>
            <a:spLocks noGrp="1"/>
          </p:cNvSpPr>
          <p:nvPr>
            <p:ph type="sldNum" sz="quarter" idx="5"/>
          </p:nvPr>
        </p:nvSpPr>
        <p:spPr/>
        <p:txBody>
          <a:bodyPr/>
          <a:lstStyle/>
          <a:p>
            <a:fld id="{B27B0BF3-478A-4A4E-9186-B0C5881DA282}" type="slidenum">
              <a:rPr lang="zh-TW" altLang="en-US" smtClean="0"/>
              <a:t>7</a:t>
            </a:fld>
            <a:endParaRPr lang="zh-TW" altLang="en-US"/>
          </a:p>
        </p:txBody>
      </p:sp>
    </p:spTree>
    <p:extLst>
      <p:ext uri="{BB962C8B-B14F-4D97-AF65-F5344CB8AC3E}">
        <p14:creationId xmlns:p14="http://schemas.microsoft.com/office/powerpoint/2010/main" val="11570115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3961CDF-FD1C-AC68-B232-54CFDD739863}"/>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xmlns="" id="{EB3D09A6-212B-A206-ED0C-2D3F58C8F7F0}"/>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xmlns="" id="{54617605-A37F-6270-324B-CB4398289429}"/>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xmlns="" id="{F37EC82C-2FDB-3754-F5FC-DCFB459A8E7F}"/>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B27B0BF3-478A-4A4E-9186-B0C5881DA282}" type="slidenum">
              <a:rPr kumimoji="0" lang="zh-TW" altLang="en-US" sz="1200" b="0" i="0" u="none" strike="noStrike" kern="1200" cap="none" spc="0" normalizeH="0" baseline="0" noProof="0" smtClean="0">
                <a:ln>
                  <a:noFill/>
                </a:ln>
                <a:solidFill>
                  <a:prstClr val="black"/>
                </a:solidFill>
                <a:effectLst/>
                <a:uLnTx/>
                <a:uFillTx/>
                <a:latin typeface="Calibri" panose="020F0502020204030204" pitchFamily="34" charset="0"/>
                <a:ea typeface="新細明體" panose="02020500000000000000" pitchFamily="18" charset="-120"/>
                <a:cs typeface="+mn-cs"/>
              </a:rPr>
              <a:pPr marL="0" marR="0" lvl="0" indent="0" algn="r" defTabSz="914400" rtl="0" eaLnBrk="0" fontAlgn="base" latinLnBrk="0" hangingPunct="0">
                <a:lnSpc>
                  <a:spcPct val="100000"/>
                </a:lnSpc>
                <a:spcBef>
                  <a:spcPct val="0"/>
                </a:spcBef>
                <a:spcAft>
                  <a:spcPct val="0"/>
                </a:spcAft>
                <a:buClrTx/>
                <a:buSzTx/>
                <a:buFontTx/>
                <a:buNone/>
                <a:tabLst/>
                <a:defRPr/>
              </a:pPr>
              <a:t>8</a:t>
            </a:fld>
            <a:endParaRPr kumimoji="0" lang="zh-TW"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mn-cs"/>
            </a:endParaRPr>
          </a:p>
        </p:txBody>
      </p:sp>
    </p:spTree>
    <p:extLst>
      <p:ext uri="{BB962C8B-B14F-4D97-AF65-F5344CB8AC3E}">
        <p14:creationId xmlns:p14="http://schemas.microsoft.com/office/powerpoint/2010/main" val="4502069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TW" altLang="en-US" sz="1200" b="0" i="0" u="none" strike="noStrike" kern="1200" cap="none" spc="0" normalizeH="0" baseline="0" noProof="0" smtClean="0">
                <a:ln>
                  <a:noFill/>
                </a:ln>
                <a:solidFill>
                  <a:prstClr val="black"/>
                </a:solidFill>
                <a:effectLst/>
                <a:uLnTx/>
                <a:uFillTx/>
                <a:latin typeface="+mn-lt"/>
                <a:ea typeface="+mn-ea"/>
                <a:cs typeface="+mn-cs"/>
              </a:rPr>
              <a:t>寧德時代身為全球第一大電池廠，已連續兩年舉辦科技日，展示其電池技術路線、產品升級與補能生態布局，並依不同用車場景提出對應的解決方案。</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TW" altLang="en-US" sz="1200" b="0" i="0" u="none" strike="noStrike" kern="1200" cap="none" spc="0" normalizeH="0" baseline="0" noProof="0" smtClean="0">
                <a:ln>
                  <a:noFill/>
                </a:ln>
                <a:solidFill>
                  <a:prstClr val="black"/>
                </a:solidFill>
                <a:effectLst/>
                <a:uLnTx/>
                <a:uFillTx/>
                <a:latin typeface="+mn-lt"/>
                <a:ea typeface="+mn-ea"/>
                <a:cs typeface="+mn-cs"/>
              </a:rPr>
              <a:t>寧德時代於</a:t>
            </a:r>
            <a:r>
              <a:rPr kumimoji="0" lang="en-US" altLang="zh-TW" sz="1200" b="0" i="0" u="none" strike="noStrike" kern="1200" cap="none" spc="0" normalizeH="0" baseline="0" noProof="0" smtClean="0">
                <a:ln>
                  <a:noFill/>
                </a:ln>
                <a:solidFill>
                  <a:prstClr val="black"/>
                </a:solidFill>
                <a:effectLst/>
                <a:uLnTx/>
                <a:uFillTx/>
                <a:latin typeface="+mn-lt"/>
                <a:ea typeface="+mn-ea"/>
                <a:cs typeface="+mn-cs"/>
              </a:rPr>
              <a:t>2026</a:t>
            </a:r>
            <a:r>
              <a:rPr kumimoji="0" lang="zh-TW" altLang="en-US" sz="1200" b="0" i="0" u="none" strike="noStrike" kern="1200" cap="none" spc="0" normalizeH="0" baseline="0" noProof="0" smtClean="0">
                <a:ln>
                  <a:noFill/>
                </a:ln>
                <a:solidFill>
                  <a:prstClr val="black"/>
                </a:solidFill>
                <a:effectLst/>
                <a:uLnTx/>
                <a:uFillTx/>
                <a:latin typeface="+mn-lt"/>
                <a:ea typeface="+mn-ea"/>
                <a:cs typeface="+mn-cs"/>
              </a:rPr>
              <a:t>年科技日發表多項電池技術，從各技術定位觀察，神行第三代聚焦超充與低溫快充；麒麟第三代主攻高階純電長續航與輕量化；麒麟凝聚態進一步拉高能量密度與長續航里程；逍遙第二代則對應增程／</a:t>
            </a:r>
            <a:r>
              <a:rPr kumimoji="0" lang="en-US" altLang="zh-TW" sz="1200" b="0" i="0" u="none" strike="noStrike" kern="1200" cap="none" spc="0" normalizeH="0" baseline="0" noProof="0" smtClean="0">
                <a:ln>
                  <a:noFill/>
                </a:ln>
                <a:solidFill>
                  <a:prstClr val="black"/>
                </a:solidFill>
                <a:effectLst/>
                <a:uLnTx/>
                <a:uFillTx/>
                <a:latin typeface="+mn-lt"/>
                <a:ea typeface="+mn-ea"/>
                <a:cs typeface="+mn-cs"/>
              </a:rPr>
              <a:t>PHEV</a:t>
            </a:r>
            <a:r>
              <a:rPr kumimoji="0" lang="zh-TW" altLang="en-US" sz="1200" b="0" i="0" u="none" strike="noStrike" kern="1200" cap="none" spc="0" normalizeH="0" baseline="0" noProof="0" smtClean="0">
                <a:ln>
                  <a:noFill/>
                </a:ln>
                <a:solidFill>
                  <a:prstClr val="black"/>
                </a:solidFill>
                <a:effectLst/>
                <a:uLnTx/>
                <a:uFillTx/>
                <a:latin typeface="+mn-lt"/>
                <a:ea typeface="+mn-ea"/>
                <a:cs typeface="+mn-cs"/>
              </a:rPr>
              <a:t>車型，提升純電續航與低電量狀態下的輸出能力。</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zh-TW" altLang="en-US" sz="1200" b="0" i="0" u="none" strike="noStrike" kern="1200" cap="none" spc="0" normalizeH="0" baseline="0" noProof="0" smtClean="0">
              <a:ln>
                <a:noFill/>
              </a:ln>
              <a:solidFill>
                <a:prstClr val="black"/>
              </a:solidFill>
              <a:effectLst/>
              <a:uLnTx/>
              <a:uFillTx/>
              <a:latin typeface="+mn-lt"/>
              <a:ea typeface="+mn-ea"/>
              <a:cs typeface="+mn-cs"/>
            </a:endParaRPr>
          </a:p>
          <a:p>
            <a:endParaRPr lang="zh-TW" altLang="en-US" dirty="0"/>
          </a:p>
        </p:txBody>
      </p:sp>
      <p:sp>
        <p:nvSpPr>
          <p:cNvPr id="4" name="投影片編號版面配置區 3"/>
          <p:cNvSpPr>
            <a:spLocks noGrp="1"/>
          </p:cNvSpPr>
          <p:nvPr>
            <p:ph type="sldNum" sz="quarter" idx="10"/>
          </p:nvPr>
        </p:nvSpPr>
        <p:spPr/>
        <p:txBody>
          <a:bodyPr/>
          <a:lstStyle/>
          <a:p>
            <a:fld id="{B27B0BF3-478A-4A4E-9186-B0C5881DA282}" type="slidenum">
              <a:rPr lang="zh-TW" altLang="en-US">
                <a:solidFill>
                  <a:prstClr val="black"/>
                </a:solidFill>
                <a:latin typeface="Calibri" panose="020F0502020204030204"/>
              </a:rPr>
              <a:pPr/>
              <a:t>9</a:t>
            </a:fld>
            <a:endParaRPr lang="zh-TW" altLang="en-US">
              <a:solidFill>
                <a:prstClr val="black"/>
              </a:solidFill>
              <a:latin typeface="Calibri" panose="020F0502020204030204"/>
            </a:endParaRPr>
          </a:p>
        </p:txBody>
      </p:sp>
    </p:spTree>
    <p:extLst>
      <p:ext uri="{BB962C8B-B14F-4D97-AF65-F5344CB8AC3E}">
        <p14:creationId xmlns:p14="http://schemas.microsoft.com/office/powerpoint/2010/main" val="11448887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神行第三代電池主要面向超充與低溫環境的充電場景，核心訴求在於縮短充電等待時間，並解決低溫環境中，電池效能下降的痛點，使快充體驗更接近日常加油的便利性。</a:t>
            </a:r>
          </a:p>
          <a:p>
            <a:pPr marL="1714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從充電效率觀察，神行第三代電池具備</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10C</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等級超快速充電能力，充電</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10~98%</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僅需</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6</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分</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27</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秒，</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10~80%</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也僅需</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3</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分</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44</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秒，可大幅降低日常充電及長途行駛途中需等待充電的時間。</a:t>
            </a:r>
          </a:p>
          <a:p>
            <a:pPr marL="1714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從技術面來看，寧德時代並非單純提高充電電流來縮短充電時間，而是透過降低電芯內阻、改造</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SEI</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膜與石墨負極結構，以及強化冷卻設計等方式，降低快充過程中的產熱與阻抗。</a:t>
            </a:r>
          </a:p>
          <a:p>
            <a:pPr marL="1714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一般採用高功率超充方式，車主會擔心減損電池壽命，而神行第三代電池強調快充同時可抑制溫升，且不犧牲電池壽命，因此歷經</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1,000</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次完整循環後，電池容量保持率仍可維持</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90%</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以上。</a:t>
            </a:r>
          </a:p>
          <a:p>
            <a:pPr marL="1714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低溫補能也是神行第三代電池的另一項重要突破，透過電池自加熱技術，即使在</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-30°C</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環境下，</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20~98%</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充電僅約</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9</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分鐘；且因電池可自行升溫，不需依賴特殊儲能超充樁，此表示在冬季或寒冷地區，亦能使用一般超充樁充電。</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dirty="0"/>
          </a:p>
        </p:txBody>
      </p:sp>
      <p:sp>
        <p:nvSpPr>
          <p:cNvPr id="4" name="投影片編號版面配置區 3"/>
          <p:cNvSpPr>
            <a:spLocks noGrp="1"/>
          </p:cNvSpPr>
          <p:nvPr>
            <p:ph type="sldNum" sz="quarter" idx="5"/>
          </p:nvPr>
        </p:nvSpPr>
        <p:spPr/>
        <p:txBody>
          <a:bodyPr/>
          <a:lstStyle/>
          <a:p>
            <a:fld id="{B27B0BF3-478A-4A4E-9186-B0C5881DA282}" type="slidenum">
              <a:rPr lang="zh-TW" altLang="en-US" smtClean="0"/>
              <a:t>10</a:t>
            </a:fld>
            <a:endParaRPr lang="zh-TW" altLang="en-US"/>
          </a:p>
        </p:txBody>
      </p:sp>
    </p:spTree>
    <p:extLst>
      <p:ext uri="{BB962C8B-B14F-4D97-AF65-F5344CB8AC3E}">
        <p14:creationId xmlns:p14="http://schemas.microsoft.com/office/powerpoint/2010/main" val="14189089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麒麟第三代電池主要面向高階純電車型，核心訴求不只是拉高續航，而是在千公里續航下，同步兼顧電池包輕量化、整車性能、能耗與安全性表現。</a:t>
            </a:r>
          </a:p>
          <a:p>
            <a:pPr marL="1714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技術方面，麒麟第三代電池採用高階三元鋰技術，達</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1,000</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公里級續航，並將千公里電池包重量控制在</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625</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公斤。</a:t>
            </a:r>
          </a:p>
          <a:p>
            <a:pPr marL="1714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相較同級</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LFP</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電池包減重</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255</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公斤，約等於</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3</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名成年男性體重，顯示其並非透過單純堆疊電池來換取長續航里程。</a:t>
            </a:r>
          </a:p>
          <a:p>
            <a:pPr marL="1714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車主有感價值方面，電池包減重</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255</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公斤可轉化為車輛的加速、制動、能耗與零組件耐久表現。</a:t>
            </a:r>
          </a:p>
          <a:p>
            <a:pPr marL="1714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例如零百加速時間縮短</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0.6</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秒，可讓車輛在超車時更快完成加速並脫離並行狀態，降低危險時間。</a:t>
            </a:r>
          </a:p>
          <a:p>
            <a:pPr marL="1714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百公里制動距離是指車輛由時速</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100</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公里急煞至完全靜止的距離，當制動距離縮短</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1.44</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公尺，約等於縮短一個車頭距離，若在高速或濕滑路面遇到前車急煞時，這段距離有助降低追撞風險。</a:t>
            </a:r>
          </a:p>
          <a:p>
            <a:pPr marL="1714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此外，車重下降也有助降低能耗與零組件磨耗，若以</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100</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萬台車、每台車年行駛</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2</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萬公里估算，一年可省下</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1.56</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億度電，並且懸吊與輪胎壽命也可延長，降低長期用車成本。</a:t>
            </a:r>
          </a:p>
          <a:p>
            <a:pPr marL="1714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安全方面，麒麟第三代導入無熱擴散</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(No Propagation</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NP)</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技術，並結合熱電分離設計，使高溫煙氣與高壓電氣系統隔離，降低熱失控擴散風險。</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endParaRPr>
          </a:p>
          <a:p>
            <a:endParaRPr lang="zh-TW" altLang="en-US" dirty="0"/>
          </a:p>
        </p:txBody>
      </p:sp>
      <p:sp>
        <p:nvSpPr>
          <p:cNvPr id="4" name="投影片編號版面配置區 3"/>
          <p:cNvSpPr>
            <a:spLocks noGrp="1"/>
          </p:cNvSpPr>
          <p:nvPr>
            <p:ph type="sldNum" sz="quarter" idx="5"/>
          </p:nvPr>
        </p:nvSpPr>
        <p:spPr/>
        <p:txBody>
          <a:bodyPr/>
          <a:lstStyle/>
          <a:p>
            <a:fld id="{B27B0BF3-478A-4A4E-9186-B0C5881DA282}" type="slidenum">
              <a:rPr lang="zh-TW" altLang="en-US" smtClean="0"/>
              <a:t>11</a:t>
            </a:fld>
            <a:endParaRPr lang="zh-TW" altLang="en-US"/>
          </a:p>
        </p:txBody>
      </p:sp>
    </p:spTree>
    <p:extLst>
      <p:ext uri="{BB962C8B-B14F-4D97-AF65-F5344CB8AC3E}">
        <p14:creationId xmlns:p14="http://schemas.microsoft.com/office/powerpoint/2010/main" val="414527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麒麟凝聚態電池為寧德時代將航空級凝聚態技術下放至高階乘用車的應用，目的是透過更高的電池能量密度，推升純電動車長續航能力與安全表現。</a:t>
            </a:r>
          </a:p>
          <a:p>
            <a:pPr marL="1714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技術方面，該電池採用高鎳正極、低膨脹矽負極、鈦合金殼體與箱體，以及凝聚態電解質等設計，使電芯能量密度達</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350Wh/kg</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，體積能量密度達</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760Wh/L</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；相較傳統鋁殼，鈦合金材料可降低厚度與重量，並兼顧結構強度。</a:t>
            </a:r>
          </a:p>
          <a:p>
            <a:pPr marL="1714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車主有感體驗方面，因電池包重量控制在</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650</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公斤以內，搭載於中大型轎車續航里程上看</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1,500</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公里、大型</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SUV</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車款續航里程上看</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1,000</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公里；以「北京到南京」為例，車主仍可一口氣抵達，中途無需充電。</a:t>
            </a:r>
          </a:p>
          <a:p>
            <a:pPr marL="1714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安全性方面，麒麟凝聚態電池將傳統液態電解質改為凝聚態電解質，可降低漏液與可燃性等風險，同時在內短路情境下可發揮自熔斷保護作用。</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endParaRPr>
          </a:p>
          <a:p>
            <a:endParaRPr lang="zh-TW" altLang="en-US" dirty="0"/>
          </a:p>
        </p:txBody>
      </p:sp>
      <p:sp>
        <p:nvSpPr>
          <p:cNvPr id="4" name="投影片編號版面配置區 3"/>
          <p:cNvSpPr>
            <a:spLocks noGrp="1"/>
          </p:cNvSpPr>
          <p:nvPr>
            <p:ph type="sldNum" sz="quarter" idx="5"/>
          </p:nvPr>
        </p:nvSpPr>
        <p:spPr/>
        <p:txBody>
          <a:bodyPr/>
          <a:lstStyle/>
          <a:p>
            <a:fld id="{B27B0BF3-478A-4A4E-9186-B0C5881DA282}" type="slidenum">
              <a:rPr lang="zh-TW" altLang="en-US" smtClean="0"/>
              <a:t>12</a:t>
            </a:fld>
            <a:endParaRPr lang="zh-TW" altLang="en-US"/>
          </a:p>
        </p:txBody>
      </p:sp>
    </p:spTree>
    <p:extLst>
      <p:ext uri="{BB962C8B-B14F-4D97-AF65-F5344CB8AC3E}">
        <p14:creationId xmlns:p14="http://schemas.microsoft.com/office/powerpoint/2010/main" val="36416493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逍遙第二代電池主要對應增程／</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PHEV</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車型，核心訴求在於提升純電續航，使車主在日常通勤情境下，更接近純電車使用體驗，同時保留保留長途行駛彈性；此外，逍遙第二代電池也強化低電量高功率輸出、密封防水及底部防護能力。</a:t>
            </a:r>
          </a:p>
          <a:p>
            <a:pPr marL="1714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續航里程方面，</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LFP</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版本可達家庭用戶一週一充需求，高階版本則透過三元與鐵鋰材料微米級融合，將純電續航進一步提升至</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600</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公里。</a:t>
            </a:r>
          </a:p>
          <a:p>
            <a:pPr marL="1714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當純電續航里程提升後，可降低增程器／發動機啟動頻率，減少用油與引擎介入，行駛更安靜。</a:t>
            </a:r>
          </a:p>
          <a:p>
            <a:pPr marL="1714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當電量不足、增程器／發動機介入後，整體綜合續航力可進一步拉升至</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2,000</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公里，對應更長途的旅程。</a:t>
            </a:r>
          </a:p>
          <a:p>
            <a:pPr marL="1714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逍遙第二代也強化低電量狀態下的高功率輸出，以及安全防護表現。</a:t>
            </a:r>
          </a:p>
          <a:p>
            <a:pPr marL="1714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即使在</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20% SOC</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低電量狀態下，仍可維持</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1.2MW</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高功率輸出，對越野、爬坡與脫困場景有明顯幫助，例如遇到俗稱「沙漠絞肉機」的散兵坑時，仍可提供足夠動力協助車輛脫困。</a:t>
            </a:r>
          </a:p>
          <a:p>
            <a:pPr marL="1714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安全方面，電池包可承受</a:t>
            </a:r>
            <a:r>
              <a:rPr kumimoji="0" lang="en-US" altLang="zh-TW"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1,500</a:t>
            </a:r>
            <a:r>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t>焦耳能量衝擊，相當於標準步槍射擊的衝擊力，且具備長時間涉水防護能力，即使遇到暴雨積水路況，仍可維持正常行駛。</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endParaRPr>
          </a:p>
          <a:p>
            <a:endParaRPr lang="zh-TW" altLang="en-US" dirty="0"/>
          </a:p>
        </p:txBody>
      </p:sp>
      <p:sp>
        <p:nvSpPr>
          <p:cNvPr id="4" name="投影片編號版面配置區 3"/>
          <p:cNvSpPr>
            <a:spLocks noGrp="1"/>
          </p:cNvSpPr>
          <p:nvPr>
            <p:ph type="sldNum" sz="quarter" idx="5"/>
          </p:nvPr>
        </p:nvSpPr>
        <p:spPr/>
        <p:txBody>
          <a:bodyPr/>
          <a:lstStyle/>
          <a:p>
            <a:fld id="{B27B0BF3-478A-4A4E-9186-B0C5881DA282}" type="slidenum">
              <a:rPr lang="zh-TW" altLang="en-US" smtClean="0"/>
              <a:t>13</a:t>
            </a:fld>
            <a:endParaRPr lang="zh-TW" altLang="en-US"/>
          </a:p>
        </p:txBody>
      </p:sp>
    </p:spTree>
    <p:extLst>
      <p:ext uri="{BB962C8B-B14F-4D97-AF65-F5344CB8AC3E}">
        <p14:creationId xmlns:p14="http://schemas.microsoft.com/office/powerpoint/2010/main" val="29631680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875E68D-D214-47D8-CC13-E905EC3EF49F}"/>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xmlns="" id="{26B1C39F-9F56-4400-6F3B-23D7F38001B8}"/>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xmlns="" id="{218A3627-B7C2-B66F-AC47-B882B5064141}"/>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xmlns="" id="{44293F57-AA95-95DC-9E6B-935DE1830A96}"/>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B27B0BF3-478A-4A4E-9186-B0C5881DA282}" type="slidenum">
              <a:rPr kumimoji="0" lang="zh-TW" altLang="en-US" sz="1200" b="0" i="0" u="none" strike="noStrike" kern="1200" cap="none" spc="0" normalizeH="0" baseline="0" noProof="0" smtClean="0">
                <a:ln>
                  <a:noFill/>
                </a:ln>
                <a:solidFill>
                  <a:prstClr val="black"/>
                </a:solidFill>
                <a:effectLst/>
                <a:uLnTx/>
                <a:uFillTx/>
                <a:latin typeface="Calibri" panose="020F0502020204030204" pitchFamily="34" charset="0"/>
                <a:ea typeface="新細明體" panose="02020500000000000000" pitchFamily="18" charset="-120"/>
                <a:cs typeface="+mn-cs"/>
              </a:rPr>
              <a:pPr marL="0" marR="0" lvl="0" indent="0" algn="r" defTabSz="914400" rtl="0" eaLnBrk="0" fontAlgn="base" latinLnBrk="0" hangingPunct="0">
                <a:lnSpc>
                  <a:spcPct val="100000"/>
                </a:lnSpc>
                <a:spcBef>
                  <a:spcPct val="0"/>
                </a:spcBef>
                <a:spcAft>
                  <a:spcPct val="0"/>
                </a:spcAft>
                <a:buClrTx/>
                <a:buSzTx/>
                <a:buFontTx/>
                <a:buNone/>
                <a:tabLst/>
                <a:defRPr/>
              </a:pPr>
              <a:t>14</a:t>
            </a:fld>
            <a:endParaRPr kumimoji="0" lang="zh-TW"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mn-cs"/>
            </a:endParaRPr>
          </a:p>
        </p:txBody>
      </p:sp>
    </p:spTree>
    <p:extLst>
      <p:ext uri="{BB962C8B-B14F-4D97-AF65-F5344CB8AC3E}">
        <p14:creationId xmlns:p14="http://schemas.microsoft.com/office/powerpoint/2010/main" val="37820427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171450" indent="-171450">
              <a:buFont typeface="Arial" panose="020B0604020202020204" pitchFamily="34" charset="0"/>
              <a:buChar char="•"/>
            </a:pPr>
            <a:r>
              <a:rPr lang="zh-TW" altLang="en-US" u="none" smtClean="0"/>
              <a:t>寧德時代營運基本盤仍以動力電池為核心，該事業是穩固營收、出貨量與全球市佔率的核心業務；隨著中國市場需求延續、海外車廠客戶擴大，以及歐洲與東南亞產能布局推進，寧德時代可望持續強化動力電池全球供應能力。</a:t>
            </a:r>
          </a:p>
          <a:p>
            <a:pPr marL="171450" indent="-171450">
              <a:buFont typeface="Arial" panose="020B0604020202020204" pitchFamily="34" charset="0"/>
              <a:buChar char="•"/>
            </a:pPr>
            <a:r>
              <a:rPr lang="zh-TW" altLang="en-US" u="none" smtClean="0"/>
              <a:t>技術布局方面，寧德時代依不同車型與使用情境提出多元解決方案，涵蓋快充、長續航、低溫補能、輕量化與安全性提升等面向，顯示其競爭重點正由單一電池規格，轉向全場景用車體驗。</a:t>
            </a:r>
          </a:p>
          <a:p>
            <a:pPr marL="171450" indent="-171450">
              <a:buFont typeface="Arial" panose="020B0604020202020204" pitchFamily="34" charset="0"/>
              <a:buChar char="•"/>
            </a:pPr>
            <a:endParaRPr lang="zh-TW" altLang="en-US" u="none" smtClean="0"/>
          </a:p>
          <a:p>
            <a:pPr marL="0" lvl="0" indent="0">
              <a:buFont typeface="Arial" panose="020B0604020202020204" pitchFamily="34" charset="0"/>
              <a:buNone/>
            </a:pPr>
            <a:endParaRPr lang="zh-TW" altLang="en-US" u="none" dirty="0"/>
          </a:p>
        </p:txBody>
      </p:sp>
      <p:sp>
        <p:nvSpPr>
          <p:cNvPr id="4" name="投影片編號版面配置區 3"/>
          <p:cNvSpPr>
            <a:spLocks noGrp="1"/>
          </p:cNvSpPr>
          <p:nvPr>
            <p:ph type="sldNum" sz="quarter" idx="5"/>
          </p:nvPr>
        </p:nvSpPr>
        <p:spPr/>
        <p:txBody>
          <a:bodyPr/>
          <a:lstStyle/>
          <a:p>
            <a:pPr>
              <a:defRPr/>
            </a:pPr>
            <a:fld id="{B27B0BF3-478A-4A4E-9186-B0C5881DA282}" type="slidenum">
              <a:rPr lang="zh-TW" altLang="en-US">
                <a:solidFill>
                  <a:prstClr val="black"/>
                </a:solidFill>
              </a:rPr>
              <a:pPr>
                <a:defRPr/>
              </a:pPr>
              <a:t>15</a:t>
            </a:fld>
            <a:endParaRPr lang="zh-TW" altLang="en-US">
              <a:solidFill>
                <a:prstClr val="black"/>
              </a:solidFill>
            </a:endParaRPr>
          </a:p>
        </p:txBody>
      </p:sp>
    </p:spTree>
    <p:extLst>
      <p:ext uri="{BB962C8B-B14F-4D97-AF65-F5344CB8AC3E}">
        <p14:creationId xmlns:p14="http://schemas.microsoft.com/office/powerpoint/2010/main" val="156976172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文字版面配置區 13">
            <a:extLst>
              <a:ext uri="{FF2B5EF4-FFF2-40B4-BE49-F238E27FC236}">
                <a16:creationId xmlns:a16="http://schemas.microsoft.com/office/drawing/2014/main" xmlns="" id="{81D6F6ED-971E-E3F8-E6F6-11732A54EC15}"/>
              </a:ext>
            </a:extLst>
          </p:cNvPr>
          <p:cNvSpPr>
            <a:spLocks noGrp="1"/>
          </p:cNvSpPr>
          <p:nvPr>
            <p:ph type="body" sz="quarter" idx="14" hasCustomPrompt="1"/>
          </p:nvPr>
        </p:nvSpPr>
        <p:spPr>
          <a:xfrm>
            <a:off x="261374" y="2292824"/>
            <a:ext cx="7354710" cy="1713119"/>
          </a:xfrm>
          <a:prstGeom prst="rect">
            <a:avLst/>
          </a:prstGeom>
        </p:spPr>
        <p:txBody>
          <a:bodyPr anchor="ctr">
            <a:noAutofit/>
          </a:bodyPr>
          <a:lstStyle>
            <a:lvl1pPr marL="0" indent="0">
              <a:buNone/>
              <a:defRPr sz="5000" b="1" spc="0" baseline="0">
                <a:latin typeface="+mn-lt"/>
                <a:ea typeface="微軟正黑體" panose="020B0604030504040204" pitchFamily="34" charset="-120"/>
              </a:defRPr>
            </a:lvl1pPr>
            <a:lvl2pPr marL="457200" indent="0">
              <a:buNone/>
              <a:defRPr/>
            </a:lvl2pPr>
            <a:lvl3pPr marL="914400" indent="0">
              <a:buNone/>
              <a:defRPr/>
            </a:lvl3pPr>
            <a:lvl4pPr marL="1371600" indent="0">
              <a:buNone/>
              <a:defRPr/>
            </a:lvl4pPr>
            <a:lvl5pPr marL="1828800" indent="0">
              <a:buNone/>
              <a:defRPr/>
            </a:lvl5pPr>
          </a:lstStyle>
          <a:p>
            <a:pPr lvl="0"/>
            <a:r>
              <a:rPr lang="zh-TW" altLang="en-US" dirty="0"/>
              <a:t>主標題微軟正黑體</a:t>
            </a:r>
            <a:r>
              <a:rPr lang="en-US" altLang="zh-TW" dirty="0"/>
              <a:t/>
            </a:r>
            <a:br>
              <a:rPr lang="en-US" altLang="zh-TW" dirty="0"/>
            </a:br>
            <a:r>
              <a:rPr lang="zh-TW" altLang="en-US" dirty="0"/>
              <a:t>黑體加粗</a:t>
            </a:r>
            <a:r>
              <a:rPr lang="en-US" altLang="zh-TW" dirty="0"/>
              <a:t>50pt</a:t>
            </a:r>
            <a:endParaRPr lang="zh-TW" altLang="en-US" dirty="0"/>
          </a:p>
        </p:txBody>
      </p:sp>
      <p:sp>
        <p:nvSpPr>
          <p:cNvPr id="26" name="文字版面配置區 25">
            <a:extLst>
              <a:ext uri="{FF2B5EF4-FFF2-40B4-BE49-F238E27FC236}">
                <a16:creationId xmlns:a16="http://schemas.microsoft.com/office/drawing/2014/main" xmlns="" id="{9DDE9E3D-B5F2-2EC0-B898-96E7DFE1B323}"/>
              </a:ext>
            </a:extLst>
          </p:cNvPr>
          <p:cNvSpPr>
            <a:spLocks noGrp="1"/>
          </p:cNvSpPr>
          <p:nvPr>
            <p:ph type="body" sz="quarter" idx="16" hasCustomPrompt="1"/>
          </p:nvPr>
        </p:nvSpPr>
        <p:spPr>
          <a:xfrm>
            <a:off x="8251825" y="5219128"/>
            <a:ext cx="3592513" cy="369332"/>
          </a:xfrm>
          <a:prstGeom prst="rect">
            <a:avLst/>
          </a:prstGeom>
        </p:spPr>
        <p:txBody>
          <a:bodyPr anchor="ctr"/>
          <a:lstStyle>
            <a:lvl1pPr marL="0" indent="0" algn="r">
              <a:buNone/>
              <a:defRPr sz="2000" b="1" i="0" spc="0" baseline="0">
                <a:solidFill>
                  <a:srgbClr val="F7A800"/>
                </a:solidFill>
                <a:latin typeface="+mn-lt"/>
                <a:ea typeface="微軟正黑體" panose="020B0604030504040204" pitchFamily="34" charset="-120"/>
              </a:defRPr>
            </a:lvl1pPr>
            <a:lvl2pPr algn="r">
              <a:defRPr sz="2000"/>
            </a:lvl2pPr>
            <a:lvl3pPr algn="r">
              <a:defRPr sz="2000"/>
            </a:lvl3pPr>
            <a:lvl4pPr algn="r">
              <a:defRPr sz="2000"/>
            </a:lvl4pPr>
            <a:lvl5pPr algn="r">
              <a:defRPr sz="2000"/>
            </a:lvl5pPr>
          </a:lstStyle>
          <a:p>
            <a:pPr lvl="0"/>
            <a:r>
              <a:rPr kumimoji="1" lang="zh-TW" altLang="en-US" dirty="0"/>
              <a:t>中文姓名 英文姓名</a:t>
            </a:r>
          </a:p>
        </p:txBody>
      </p:sp>
      <p:sp>
        <p:nvSpPr>
          <p:cNvPr id="27" name="文字版面配置區 25">
            <a:extLst>
              <a:ext uri="{FF2B5EF4-FFF2-40B4-BE49-F238E27FC236}">
                <a16:creationId xmlns:a16="http://schemas.microsoft.com/office/drawing/2014/main" xmlns="" id="{B311CCA8-B2FD-B38B-D5AF-82569563785A}"/>
              </a:ext>
            </a:extLst>
          </p:cNvPr>
          <p:cNvSpPr>
            <a:spLocks noGrp="1"/>
          </p:cNvSpPr>
          <p:nvPr>
            <p:ph type="body" sz="quarter" idx="17" hasCustomPrompt="1"/>
          </p:nvPr>
        </p:nvSpPr>
        <p:spPr>
          <a:xfrm>
            <a:off x="8251197" y="5603020"/>
            <a:ext cx="3592513" cy="369332"/>
          </a:xfrm>
          <a:prstGeom prst="rect">
            <a:avLst/>
          </a:prstGeom>
        </p:spPr>
        <p:txBody>
          <a:bodyPr anchor="ctr"/>
          <a:lstStyle>
            <a:lvl1pPr marL="0" indent="0" algn="r">
              <a:buNone/>
              <a:defRPr sz="1800" b="0" i="0" spc="0" baseline="0">
                <a:solidFill>
                  <a:srgbClr val="1A1A1A"/>
                </a:solidFill>
                <a:latin typeface="+mn-lt"/>
                <a:ea typeface="微軟正黑體" panose="020B0604030504040204" pitchFamily="34" charset="-120"/>
              </a:defRPr>
            </a:lvl1pPr>
            <a:lvl2pPr algn="r">
              <a:defRPr sz="2000"/>
            </a:lvl2pPr>
            <a:lvl3pPr algn="r">
              <a:defRPr sz="2000"/>
            </a:lvl3pPr>
            <a:lvl4pPr algn="r">
              <a:defRPr sz="2000"/>
            </a:lvl4pPr>
            <a:lvl5pPr algn="r">
              <a:defRPr sz="2000"/>
            </a:lvl5pPr>
          </a:lstStyle>
          <a:p>
            <a:pPr lvl="0"/>
            <a:r>
              <a:rPr kumimoji="1" lang="zh-TW" altLang="en-US" dirty="0"/>
              <a:t>部門 </a:t>
            </a:r>
            <a:r>
              <a:rPr kumimoji="1" lang="en-US" altLang="zh-TW" dirty="0"/>
              <a:t>/ </a:t>
            </a:r>
            <a:r>
              <a:rPr kumimoji="1" lang="zh-TW" altLang="en-US" dirty="0"/>
              <a:t>職稱</a:t>
            </a:r>
          </a:p>
        </p:txBody>
      </p:sp>
      <p:sp>
        <p:nvSpPr>
          <p:cNvPr id="28" name="文字版面配置區 25">
            <a:extLst>
              <a:ext uri="{FF2B5EF4-FFF2-40B4-BE49-F238E27FC236}">
                <a16:creationId xmlns:a16="http://schemas.microsoft.com/office/drawing/2014/main" xmlns="" id="{24D45B96-19CE-7A9B-AB4C-AC5F4D7EC4A9}"/>
              </a:ext>
            </a:extLst>
          </p:cNvPr>
          <p:cNvSpPr>
            <a:spLocks noGrp="1"/>
          </p:cNvSpPr>
          <p:nvPr>
            <p:ph type="body" sz="quarter" idx="18" hasCustomPrompt="1"/>
          </p:nvPr>
        </p:nvSpPr>
        <p:spPr>
          <a:xfrm>
            <a:off x="8251197" y="5996424"/>
            <a:ext cx="3592513" cy="369332"/>
          </a:xfrm>
          <a:prstGeom prst="rect">
            <a:avLst/>
          </a:prstGeom>
        </p:spPr>
        <p:txBody>
          <a:bodyPr anchor="ctr"/>
          <a:lstStyle>
            <a:lvl1pPr marL="0" indent="0" algn="r">
              <a:buNone/>
              <a:defRPr sz="1800" b="0" i="0" spc="0" baseline="0">
                <a:solidFill>
                  <a:srgbClr val="1A1A1A"/>
                </a:solidFill>
                <a:latin typeface="+mn-lt"/>
                <a:ea typeface="微軟正黑體" panose="020B0604030504040204" pitchFamily="34" charset="-120"/>
              </a:defRPr>
            </a:lvl1pPr>
            <a:lvl2pPr algn="r">
              <a:defRPr sz="2000"/>
            </a:lvl2pPr>
            <a:lvl3pPr algn="r">
              <a:defRPr sz="2000"/>
            </a:lvl3pPr>
            <a:lvl4pPr algn="r">
              <a:defRPr sz="2000"/>
            </a:lvl4pPr>
            <a:lvl5pPr algn="r">
              <a:defRPr sz="2000"/>
            </a:lvl5pPr>
          </a:lstStyle>
          <a:p>
            <a:pPr lvl="0"/>
            <a:r>
              <a:rPr kumimoji="1" lang="zh-TW" altLang="en-US" dirty="0"/>
              <a:t>西元年月日 提案日</a:t>
            </a:r>
          </a:p>
        </p:txBody>
      </p:sp>
    </p:spTree>
    <p:extLst>
      <p:ext uri="{BB962C8B-B14F-4D97-AF65-F5344CB8AC3E}">
        <p14:creationId xmlns:p14="http://schemas.microsoft.com/office/powerpoint/2010/main" val="1161863305"/>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錄_V1-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3" name="文字版面配置區 22">
            <a:extLst>
              <a:ext uri="{FF2B5EF4-FFF2-40B4-BE49-F238E27FC236}">
                <a16:creationId xmlns:a16="http://schemas.microsoft.com/office/drawing/2014/main" xmlns="" id="{B0409933-A18A-C5AC-BE57-8A4466BA3B51}"/>
              </a:ext>
            </a:extLst>
          </p:cNvPr>
          <p:cNvSpPr>
            <a:spLocks noGrp="1"/>
          </p:cNvSpPr>
          <p:nvPr>
            <p:ph type="body" sz="quarter" idx="13" hasCustomPrompt="1"/>
          </p:nvPr>
        </p:nvSpPr>
        <p:spPr>
          <a:xfrm>
            <a:off x="5367668" y="1290984"/>
            <a:ext cx="5986462" cy="824134"/>
          </a:xfrm>
          <a:prstGeom prst="rect">
            <a:avLst/>
          </a:prstGeom>
        </p:spPr>
        <p:txBody>
          <a:bodyPr anchor="ctr"/>
          <a:lstStyle>
            <a:lvl1pPr marL="0" indent="0">
              <a:buNone/>
              <a:defRPr sz="28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28pt</a:t>
            </a:r>
            <a:endParaRPr kumimoji="1" lang="zh-TW" altLang="en-US" dirty="0"/>
          </a:p>
        </p:txBody>
      </p:sp>
      <p:sp>
        <p:nvSpPr>
          <p:cNvPr id="25" name="文字版面配置區 22">
            <a:extLst>
              <a:ext uri="{FF2B5EF4-FFF2-40B4-BE49-F238E27FC236}">
                <a16:creationId xmlns:a16="http://schemas.microsoft.com/office/drawing/2014/main" xmlns="" id="{F126EF02-D763-BF59-A1F6-4E555821332E}"/>
              </a:ext>
            </a:extLst>
          </p:cNvPr>
          <p:cNvSpPr>
            <a:spLocks noGrp="1"/>
          </p:cNvSpPr>
          <p:nvPr>
            <p:ph type="body" sz="quarter" idx="14" hasCustomPrompt="1"/>
          </p:nvPr>
        </p:nvSpPr>
        <p:spPr>
          <a:xfrm>
            <a:off x="5367668" y="2388365"/>
            <a:ext cx="5986462" cy="824134"/>
          </a:xfrm>
          <a:prstGeom prst="rect">
            <a:avLst/>
          </a:prstGeom>
        </p:spPr>
        <p:txBody>
          <a:bodyPr anchor="ctr"/>
          <a:lstStyle>
            <a:lvl1pPr marL="0" indent="0">
              <a:buNone/>
              <a:defRPr sz="28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28pt</a:t>
            </a:r>
            <a:endParaRPr kumimoji="1" lang="zh-TW" altLang="en-US" dirty="0"/>
          </a:p>
        </p:txBody>
      </p:sp>
      <p:sp>
        <p:nvSpPr>
          <p:cNvPr id="27" name="文字版面配置區 26">
            <a:extLst>
              <a:ext uri="{FF2B5EF4-FFF2-40B4-BE49-F238E27FC236}">
                <a16:creationId xmlns:a16="http://schemas.microsoft.com/office/drawing/2014/main" xmlns="" id="{345FD165-2599-8B5B-166F-2C7F534669E1}"/>
              </a:ext>
            </a:extLst>
          </p:cNvPr>
          <p:cNvSpPr>
            <a:spLocks noGrp="1"/>
          </p:cNvSpPr>
          <p:nvPr>
            <p:ph type="body" sz="quarter" idx="15" hasCustomPrompt="1"/>
          </p:nvPr>
        </p:nvSpPr>
        <p:spPr>
          <a:xfrm>
            <a:off x="4081130" y="1284856"/>
            <a:ext cx="1171575" cy="830262"/>
          </a:xfrm>
          <a:prstGeom prst="rect">
            <a:avLst/>
          </a:prstGeom>
        </p:spPr>
        <p:txBody>
          <a:bodyPr anchor="ctr"/>
          <a:lstStyle>
            <a:lvl1pPr marL="0" indent="0" algn="ctr">
              <a:buNone/>
              <a:defRPr sz="6000" b="1" i="1">
                <a:solidFill>
                  <a:srgbClr val="D1D1D1"/>
                </a:solidFill>
                <a:latin typeface="Barlow ExtraBold" pitchFamily="2" charset="0"/>
              </a:defRPr>
            </a:lvl1pPr>
          </a:lstStyle>
          <a:p>
            <a:pPr lvl="0"/>
            <a:r>
              <a:rPr kumimoji="1" lang="en-US" altLang="zh-TW" dirty="0"/>
              <a:t>01</a:t>
            </a:r>
            <a:endParaRPr kumimoji="1" lang="zh-TW" altLang="en-US" dirty="0"/>
          </a:p>
        </p:txBody>
      </p:sp>
      <p:sp>
        <p:nvSpPr>
          <p:cNvPr id="28" name="文字版面配置區 26">
            <a:extLst>
              <a:ext uri="{FF2B5EF4-FFF2-40B4-BE49-F238E27FC236}">
                <a16:creationId xmlns:a16="http://schemas.microsoft.com/office/drawing/2014/main" xmlns="" id="{18671431-CF0C-5E74-E6BD-04441D64C680}"/>
              </a:ext>
            </a:extLst>
          </p:cNvPr>
          <p:cNvSpPr>
            <a:spLocks noGrp="1"/>
          </p:cNvSpPr>
          <p:nvPr>
            <p:ph type="body" sz="quarter" idx="16" hasCustomPrompt="1"/>
          </p:nvPr>
        </p:nvSpPr>
        <p:spPr>
          <a:xfrm>
            <a:off x="4081130" y="2384650"/>
            <a:ext cx="1171575" cy="830262"/>
          </a:xfrm>
          <a:prstGeom prst="rect">
            <a:avLst/>
          </a:prstGeom>
        </p:spPr>
        <p:txBody>
          <a:bodyPr anchor="ctr"/>
          <a:lstStyle>
            <a:lvl1pPr marL="0" indent="0" algn="ctr">
              <a:buNone/>
              <a:defRPr sz="6000" b="1" i="1">
                <a:solidFill>
                  <a:srgbClr val="D1D1D1"/>
                </a:solidFill>
                <a:latin typeface="Barlow ExtraBold" pitchFamily="2" charset="0"/>
              </a:defRPr>
            </a:lvl1pPr>
          </a:lstStyle>
          <a:p>
            <a:pPr lvl="0"/>
            <a:r>
              <a:rPr kumimoji="1" lang="en-US" altLang="zh-TW" dirty="0"/>
              <a:t>02</a:t>
            </a:r>
            <a:endParaRPr kumimoji="1" lang="zh-TW" altLang="en-US" dirty="0"/>
          </a:p>
        </p:txBody>
      </p:sp>
      <p:sp>
        <p:nvSpPr>
          <p:cNvPr id="29" name="文字版面配置區 26">
            <a:extLst>
              <a:ext uri="{FF2B5EF4-FFF2-40B4-BE49-F238E27FC236}">
                <a16:creationId xmlns:a16="http://schemas.microsoft.com/office/drawing/2014/main" xmlns="" id="{9040CA61-5248-2DF4-9887-2B4A84395C10}"/>
              </a:ext>
            </a:extLst>
          </p:cNvPr>
          <p:cNvSpPr>
            <a:spLocks noGrp="1"/>
          </p:cNvSpPr>
          <p:nvPr>
            <p:ph type="body" sz="quarter" idx="17" hasCustomPrompt="1"/>
          </p:nvPr>
        </p:nvSpPr>
        <p:spPr>
          <a:xfrm>
            <a:off x="4081130" y="3484444"/>
            <a:ext cx="1171575" cy="830262"/>
          </a:xfrm>
          <a:prstGeom prst="rect">
            <a:avLst/>
          </a:prstGeom>
        </p:spPr>
        <p:txBody>
          <a:bodyPr anchor="ctr"/>
          <a:lstStyle>
            <a:lvl1pPr marL="0" indent="0" algn="ctr">
              <a:buNone/>
              <a:defRPr sz="6000" b="1" i="1">
                <a:solidFill>
                  <a:srgbClr val="D1D1D1"/>
                </a:solidFill>
                <a:latin typeface="Barlow ExtraBold" pitchFamily="2" charset="0"/>
              </a:defRPr>
            </a:lvl1pPr>
          </a:lstStyle>
          <a:p>
            <a:pPr lvl="0"/>
            <a:r>
              <a:rPr kumimoji="1" lang="en-US" altLang="zh-TW" dirty="0"/>
              <a:t>03</a:t>
            </a:r>
            <a:endParaRPr kumimoji="1" lang="zh-TW" altLang="en-US" dirty="0"/>
          </a:p>
        </p:txBody>
      </p:sp>
      <p:sp>
        <p:nvSpPr>
          <p:cNvPr id="30" name="文字版面配置區 26">
            <a:extLst>
              <a:ext uri="{FF2B5EF4-FFF2-40B4-BE49-F238E27FC236}">
                <a16:creationId xmlns:a16="http://schemas.microsoft.com/office/drawing/2014/main" xmlns="" id="{DC18B425-DD11-E5F7-BE29-42510B962DA0}"/>
              </a:ext>
            </a:extLst>
          </p:cNvPr>
          <p:cNvSpPr>
            <a:spLocks noGrp="1"/>
          </p:cNvSpPr>
          <p:nvPr>
            <p:ph type="body" sz="quarter" idx="18" hasCustomPrompt="1"/>
          </p:nvPr>
        </p:nvSpPr>
        <p:spPr>
          <a:xfrm>
            <a:off x="4081130" y="4584237"/>
            <a:ext cx="1171575" cy="830262"/>
          </a:xfrm>
          <a:prstGeom prst="rect">
            <a:avLst/>
          </a:prstGeom>
        </p:spPr>
        <p:txBody>
          <a:bodyPr anchor="ctr"/>
          <a:lstStyle>
            <a:lvl1pPr marL="0" indent="0" algn="ctr">
              <a:buNone/>
              <a:defRPr sz="6000" b="1" i="1">
                <a:solidFill>
                  <a:srgbClr val="D1D1D1"/>
                </a:solidFill>
                <a:latin typeface="Barlow ExtraBold" pitchFamily="2" charset="0"/>
              </a:defRPr>
            </a:lvl1pPr>
          </a:lstStyle>
          <a:p>
            <a:pPr lvl="0"/>
            <a:r>
              <a:rPr kumimoji="1" lang="en-US" altLang="zh-TW" dirty="0"/>
              <a:t>04</a:t>
            </a:r>
            <a:endParaRPr kumimoji="1" lang="zh-TW" altLang="en-US" dirty="0"/>
          </a:p>
        </p:txBody>
      </p:sp>
      <p:sp>
        <p:nvSpPr>
          <p:cNvPr id="31" name="文字版面配置區 22">
            <a:extLst>
              <a:ext uri="{FF2B5EF4-FFF2-40B4-BE49-F238E27FC236}">
                <a16:creationId xmlns:a16="http://schemas.microsoft.com/office/drawing/2014/main" xmlns="" id="{3C29DFE6-3793-D213-D911-8A115541E2A7}"/>
              </a:ext>
            </a:extLst>
          </p:cNvPr>
          <p:cNvSpPr>
            <a:spLocks noGrp="1"/>
          </p:cNvSpPr>
          <p:nvPr>
            <p:ph type="body" sz="quarter" idx="19" hasCustomPrompt="1"/>
          </p:nvPr>
        </p:nvSpPr>
        <p:spPr>
          <a:xfrm>
            <a:off x="5367338" y="3485746"/>
            <a:ext cx="5986462" cy="824134"/>
          </a:xfrm>
          <a:prstGeom prst="rect">
            <a:avLst/>
          </a:prstGeom>
        </p:spPr>
        <p:txBody>
          <a:bodyPr anchor="ctr"/>
          <a:lstStyle>
            <a:lvl1pPr marL="0" indent="0">
              <a:buNone/>
              <a:defRPr sz="28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28pt</a:t>
            </a:r>
            <a:endParaRPr kumimoji="1" lang="zh-TW" altLang="en-US" dirty="0"/>
          </a:p>
        </p:txBody>
      </p:sp>
      <p:sp>
        <p:nvSpPr>
          <p:cNvPr id="32" name="文字版面配置區 22">
            <a:extLst>
              <a:ext uri="{FF2B5EF4-FFF2-40B4-BE49-F238E27FC236}">
                <a16:creationId xmlns:a16="http://schemas.microsoft.com/office/drawing/2014/main" xmlns="" id="{A7D73FCC-B809-AEF3-C54E-D2792F90E127}"/>
              </a:ext>
            </a:extLst>
          </p:cNvPr>
          <p:cNvSpPr>
            <a:spLocks noGrp="1"/>
          </p:cNvSpPr>
          <p:nvPr>
            <p:ph type="body" sz="quarter" idx="20" hasCustomPrompt="1"/>
          </p:nvPr>
        </p:nvSpPr>
        <p:spPr>
          <a:xfrm>
            <a:off x="5367338" y="4583128"/>
            <a:ext cx="5986462" cy="824134"/>
          </a:xfrm>
          <a:prstGeom prst="rect">
            <a:avLst/>
          </a:prstGeom>
        </p:spPr>
        <p:txBody>
          <a:bodyPr anchor="ctr"/>
          <a:lstStyle>
            <a:lvl1pPr marL="0" indent="0">
              <a:buNone/>
              <a:defRPr sz="28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28pt</a:t>
            </a:r>
            <a:endParaRPr kumimoji="1" lang="zh-TW" altLang="en-US" dirty="0"/>
          </a:p>
        </p:txBody>
      </p:sp>
      <p:sp>
        <p:nvSpPr>
          <p:cNvPr id="4" name="投影片編號版面配置區 5">
            <a:extLst>
              <a:ext uri="{FF2B5EF4-FFF2-40B4-BE49-F238E27FC236}">
                <a16:creationId xmlns:a16="http://schemas.microsoft.com/office/drawing/2014/main" xmlns="" id="{6F20CEC1-8B87-8DFD-D62F-4382C12191C4}"/>
              </a:ext>
            </a:extLst>
          </p:cNvPr>
          <p:cNvSpPr>
            <a:spLocks noGrp="1"/>
          </p:cNvSpPr>
          <p:nvPr>
            <p:ph type="sldNum" sz="quarter" idx="12"/>
          </p:nvPr>
        </p:nvSpPr>
        <p:spPr>
          <a:xfrm>
            <a:off x="36546" y="6473108"/>
            <a:ext cx="288000" cy="347626"/>
          </a:xfrm>
          <a:prstGeom prst="rect">
            <a:avLst/>
          </a:prstGeom>
        </p:spPr>
        <p:txBody>
          <a:bodyPr lIns="0" tIns="0" rIns="0" bIns="0" anchor="ctr"/>
          <a:lstStyle>
            <a:lvl1pPr algn="r">
              <a:defRPr sz="1000" b="0" i="0">
                <a:solidFill>
                  <a:schemeClr val="bg1">
                    <a:lumMod val="65000"/>
                  </a:schemeClr>
                </a:solidFill>
                <a:latin typeface="Microsoft JhengHei" panose="020B0604030504040204" pitchFamily="34" charset="-120"/>
                <a:ea typeface="Microsoft JhengHei" panose="020B0604030504040204" pitchFamily="34" charset="-120"/>
                <a:cs typeface="Calibri" panose="020F0502020204030204" pitchFamily="34" charset="0"/>
              </a:defRPr>
            </a:lvl1pPr>
          </a:lstStyle>
          <a:p>
            <a:pPr>
              <a:defRPr/>
            </a:pPr>
            <a:fld id="{F5001EEF-C424-4B42-B687-322AC81C41E8}" type="slidenum">
              <a:rPr lang="zh-TW" altLang="en-US" smtClean="0">
                <a:solidFill>
                  <a:srgbClr val="FFFFFF">
                    <a:lumMod val="65000"/>
                  </a:srgbClr>
                </a:solidFill>
              </a:rPr>
              <a:pPr>
                <a:defRPr/>
              </a:pPr>
              <a:t>‹#›</a:t>
            </a:fld>
            <a:endParaRPr lang="zh-TW" altLang="en-US" dirty="0">
              <a:solidFill>
                <a:srgbClr val="FFFFFF">
                  <a:lumMod val="65000"/>
                </a:srgbClr>
              </a:solidFill>
            </a:endParaRPr>
          </a:p>
        </p:txBody>
      </p:sp>
    </p:spTree>
    <p:extLst>
      <p:ext uri="{BB962C8B-B14F-4D97-AF65-F5344CB8AC3E}">
        <p14:creationId xmlns:p14="http://schemas.microsoft.com/office/powerpoint/2010/main" val="34917457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錄_V1-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3" name="文字版面配置區 22">
            <a:extLst>
              <a:ext uri="{FF2B5EF4-FFF2-40B4-BE49-F238E27FC236}">
                <a16:creationId xmlns:a16="http://schemas.microsoft.com/office/drawing/2014/main" xmlns="" id="{B0409933-A18A-C5AC-BE57-8A4466BA3B51}"/>
              </a:ext>
            </a:extLst>
          </p:cNvPr>
          <p:cNvSpPr>
            <a:spLocks noGrp="1"/>
          </p:cNvSpPr>
          <p:nvPr>
            <p:ph type="body" sz="quarter" idx="13" hasCustomPrompt="1"/>
          </p:nvPr>
        </p:nvSpPr>
        <p:spPr>
          <a:xfrm>
            <a:off x="5367668" y="1290984"/>
            <a:ext cx="5986462" cy="824134"/>
          </a:xfrm>
          <a:prstGeom prst="rect">
            <a:avLst/>
          </a:prstGeom>
        </p:spPr>
        <p:txBody>
          <a:bodyPr anchor="ctr"/>
          <a:lstStyle>
            <a:lvl1pPr marL="0" indent="0">
              <a:buNone/>
              <a:defRPr sz="28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28pt</a:t>
            </a:r>
            <a:endParaRPr kumimoji="1" lang="zh-TW" altLang="en-US" dirty="0"/>
          </a:p>
        </p:txBody>
      </p:sp>
      <p:sp>
        <p:nvSpPr>
          <p:cNvPr id="25" name="文字版面配置區 22">
            <a:extLst>
              <a:ext uri="{FF2B5EF4-FFF2-40B4-BE49-F238E27FC236}">
                <a16:creationId xmlns:a16="http://schemas.microsoft.com/office/drawing/2014/main" xmlns="" id="{F126EF02-D763-BF59-A1F6-4E555821332E}"/>
              </a:ext>
            </a:extLst>
          </p:cNvPr>
          <p:cNvSpPr>
            <a:spLocks noGrp="1"/>
          </p:cNvSpPr>
          <p:nvPr>
            <p:ph type="body" sz="quarter" idx="14" hasCustomPrompt="1"/>
          </p:nvPr>
        </p:nvSpPr>
        <p:spPr>
          <a:xfrm>
            <a:off x="5367668" y="2388365"/>
            <a:ext cx="5986462" cy="824134"/>
          </a:xfrm>
          <a:prstGeom prst="rect">
            <a:avLst/>
          </a:prstGeom>
        </p:spPr>
        <p:txBody>
          <a:bodyPr anchor="ctr"/>
          <a:lstStyle>
            <a:lvl1pPr marL="0" indent="0">
              <a:buNone/>
              <a:defRPr sz="28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28pt</a:t>
            </a:r>
            <a:endParaRPr kumimoji="1" lang="zh-TW" altLang="en-US" dirty="0"/>
          </a:p>
        </p:txBody>
      </p:sp>
      <p:sp>
        <p:nvSpPr>
          <p:cNvPr id="27" name="文字版面配置區 26">
            <a:extLst>
              <a:ext uri="{FF2B5EF4-FFF2-40B4-BE49-F238E27FC236}">
                <a16:creationId xmlns:a16="http://schemas.microsoft.com/office/drawing/2014/main" xmlns="" id="{345FD165-2599-8B5B-166F-2C7F534669E1}"/>
              </a:ext>
            </a:extLst>
          </p:cNvPr>
          <p:cNvSpPr>
            <a:spLocks noGrp="1"/>
          </p:cNvSpPr>
          <p:nvPr>
            <p:ph type="body" sz="quarter" idx="15" hasCustomPrompt="1"/>
          </p:nvPr>
        </p:nvSpPr>
        <p:spPr>
          <a:xfrm>
            <a:off x="4081130" y="1284856"/>
            <a:ext cx="1171575" cy="830262"/>
          </a:xfrm>
          <a:prstGeom prst="rect">
            <a:avLst/>
          </a:prstGeom>
        </p:spPr>
        <p:txBody>
          <a:bodyPr anchor="ctr"/>
          <a:lstStyle>
            <a:lvl1pPr marL="0" indent="0" algn="ctr">
              <a:buNone/>
              <a:defRPr sz="6000" b="1" i="1">
                <a:solidFill>
                  <a:srgbClr val="D1D1D1"/>
                </a:solidFill>
                <a:latin typeface="Barlow ExtraBold" pitchFamily="2" charset="0"/>
              </a:defRPr>
            </a:lvl1pPr>
          </a:lstStyle>
          <a:p>
            <a:pPr lvl="0"/>
            <a:r>
              <a:rPr kumimoji="1" lang="en-US" altLang="zh-TW" dirty="0"/>
              <a:t>01</a:t>
            </a:r>
            <a:endParaRPr kumimoji="1" lang="zh-TW" altLang="en-US" dirty="0"/>
          </a:p>
        </p:txBody>
      </p:sp>
      <p:sp>
        <p:nvSpPr>
          <p:cNvPr id="28" name="文字版面配置區 26">
            <a:extLst>
              <a:ext uri="{FF2B5EF4-FFF2-40B4-BE49-F238E27FC236}">
                <a16:creationId xmlns:a16="http://schemas.microsoft.com/office/drawing/2014/main" xmlns="" id="{18671431-CF0C-5E74-E6BD-04441D64C680}"/>
              </a:ext>
            </a:extLst>
          </p:cNvPr>
          <p:cNvSpPr>
            <a:spLocks noGrp="1"/>
          </p:cNvSpPr>
          <p:nvPr>
            <p:ph type="body" sz="quarter" idx="16" hasCustomPrompt="1"/>
          </p:nvPr>
        </p:nvSpPr>
        <p:spPr>
          <a:xfrm>
            <a:off x="4081130" y="2384650"/>
            <a:ext cx="1171575" cy="830262"/>
          </a:xfrm>
          <a:prstGeom prst="rect">
            <a:avLst/>
          </a:prstGeom>
        </p:spPr>
        <p:txBody>
          <a:bodyPr anchor="ctr"/>
          <a:lstStyle>
            <a:lvl1pPr marL="0" indent="0" algn="ctr">
              <a:buNone/>
              <a:defRPr sz="6000" b="1" i="1">
                <a:solidFill>
                  <a:srgbClr val="D1D1D1"/>
                </a:solidFill>
                <a:latin typeface="Barlow ExtraBold" pitchFamily="2" charset="0"/>
              </a:defRPr>
            </a:lvl1pPr>
          </a:lstStyle>
          <a:p>
            <a:pPr lvl="0"/>
            <a:r>
              <a:rPr kumimoji="1" lang="en-US" altLang="zh-TW" dirty="0"/>
              <a:t>02</a:t>
            </a:r>
            <a:endParaRPr kumimoji="1" lang="zh-TW" altLang="en-US" dirty="0"/>
          </a:p>
        </p:txBody>
      </p:sp>
      <p:sp>
        <p:nvSpPr>
          <p:cNvPr id="29" name="文字版面配置區 26">
            <a:extLst>
              <a:ext uri="{FF2B5EF4-FFF2-40B4-BE49-F238E27FC236}">
                <a16:creationId xmlns:a16="http://schemas.microsoft.com/office/drawing/2014/main" xmlns="" id="{9040CA61-5248-2DF4-9887-2B4A84395C10}"/>
              </a:ext>
            </a:extLst>
          </p:cNvPr>
          <p:cNvSpPr>
            <a:spLocks noGrp="1"/>
          </p:cNvSpPr>
          <p:nvPr>
            <p:ph type="body" sz="quarter" idx="17" hasCustomPrompt="1"/>
          </p:nvPr>
        </p:nvSpPr>
        <p:spPr>
          <a:xfrm>
            <a:off x="4081130" y="3484444"/>
            <a:ext cx="1171575" cy="830262"/>
          </a:xfrm>
          <a:prstGeom prst="rect">
            <a:avLst/>
          </a:prstGeom>
        </p:spPr>
        <p:txBody>
          <a:bodyPr anchor="ctr"/>
          <a:lstStyle>
            <a:lvl1pPr marL="0" indent="0" algn="ctr">
              <a:buNone/>
              <a:defRPr sz="6000" b="1" i="1">
                <a:solidFill>
                  <a:srgbClr val="D1D1D1"/>
                </a:solidFill>
                <a:latin typeface="Barlow ExtraBold" pitchFamily="2" charset="0"/>
              </a:defRPr>
            </a:lvl1pPr>
          </a:lstStyle>
          <a:p>
            <a:pPr lvl="0"/>
            <a:r>
              <a:rPr kumimoji="1" lang="en-US" altLang="zh-TW" dirty="0"/>
              <a:t>03</a:t>
            </a:r>
            <a:endParaRPr kumimoji="1" lang="zh-TW" altLang="en-US" dirty="0"/>
          </a:p>
        </p:txBody>
      </p:sp>
      <p:sp>
        <p:nvSpPr>
          <p:cNvPr id="30" name="文字版面配置區 26">
            <a:extLst>
              <a:ext uri="{FF2B5EF4-FFF2-40B4-BE49-F238E27FC236}">
                <a16:creationId xmlns:a16="http://schemas.microsoft.com/office/drawing/2014/main" xmlns="" id="{DC18B425-DD11-E5F7-BE29-42510B962DA0}"/>
              </a:ext>
            </a:extLst>
          </p:cNvPr>
          <p:cNvSpPr>
            <a:spLocks noGrp="1"/>
          </p:cNvSpPr>
          <p:nvPr>
            <p:ph type="body" sz="quarter" idx="18" hasCustomPrompt="1"/>
          </p:nvPr>
        </p:nvSpPr>
        <p:spPr>
          <a:xfrm>
            <a:off x="4081130" y="4584237"/>
            <a:ext cx="1171575" cy="830262"/>
          </a:xfrm>
          <a:prstGeom prst="rect">
            <a:avLst/>
          </a:prstGeom>
        </p:spPr>
        <p:txBody>
          <a:bodyPr anchor="ctr"/>
          <a:lstStyle>
            <a:lvl1pPr marL="0" indent="0" algn="ctr">
              <a:buNone/>
              <a:defRPr sz="6000" b="1" i="1">
                <a:solidFill>
                  <a:srgbClr val="D1D1D1"/>
                </a:solidFill>
                <a:latin typeface="Barlow ExtraBold" pitchFamily="2" charset="0"/>
              </a:defRPr>
            </a:lvl1pPr>
          </a:lstStyle>
          <a:p>
            <a:pPr lvl="0"/>
            <a:r>
              <a:rPr kumimoji="1" lang="en-US" altLang="zh-TW" dirty="0"/>
              <a:t>04</a:t>
            </a:r>
            <a:endParaRPr kumimoji="1" lang="zh-TW" altLang="en-US" dirty="0"/>
          </a:p>
        </p:txBody>
      </p:sp>
      <p:sp>
        <p:nvSpPr>
          <p:cNvPr id="31" name="文字版面配置區 22">
            <a:extLst>
              <a:ext uri="{FF2B5EF4-FFF2-40B4-BE49-F238E27FC236}">
                <a16:creationId xmlns:a16="http://schemas.microsoft.com/office/drawing/2014/main" xmlns="" id="{3C29DFE6-3793-D213-D911-8A115541E2A7}"/>
              </a:ext>
            </a:extLst>
          </p:cNvPr>
          <p:cNvSpPr>
            <a:spLocks noGrp="1"/>
          </p:cNvSpPr>
          <p:nvPr>
            <p:ph type="body" sz="quarter" idx="19" hasCustomPrompt="1"/>
          </p:nvPr>
        </p:nvSpPr>
        <p:spPr>
          <a:xfrm>
            <a:off x="5367338" y="3485746"/>
            <a:ext cx="5986462" cy="824134"/>
          </a:xfrm>
          <a:prstGeom prst="rect">
            <a:avLst/>
          </a:prstGeom>
        </p:spPr>
        <p:txBody>
          <a:bodyPr anchor="ctr"/>
          <a:lstStyle>
            <a:lvl1pPr marL="0" indent="0">
              <a:buNone/>
              <a:defRPr sz="28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28pt</a:t>
            </a:r>
            <a:endParaRPr kumimoji="1" lang="zh-TW" altLang="en-US" dirty="0"/>
          </a:p>
        </p:txBody>
      </p:sp>
      <p:sp>
        <p:nvSpPr>
          <p:cNvPr id="32" name="文字版面配置區 22">
            <a:extLst>
              <a:ext uri="{FF2B5EF4-FFF2-40B4-BE49-F238E27FC236}">
                <a16:creationId xmlns:a16="http://schemas.microsoft.com/office/drawing/2014/main" xmlns="" id="{A7D73FCC-B809-AEF3-C54E-D2792F90E127}"/>
              </a:ext>
            </a:extLst>
          </p:cNvPr>
          <p:cNvSpPr>
            <a:spLocks noGrp="1"/>
          </p:cNvSpPr>
          <p:nvPr>
            <p:ph type="body" sz="quarter" idx="20" hasCustomPrompt="1"/>
          </p:nvPr>
        </p:nvSpPr>
        <p:spPr>
          <a:xfrm>
            <a:off x="5367338" y="4583128"/>
            <a:ext cx="5986462" cy="824134"/>
          </a:xfrm>
          <a:prstGeom prst="rect">
            <a:avLst/>
          </a:prstGeom>
        </p:spPr>
        <p:txBody>
          <a:bodyPr anchor="ctr"/>
          <a:lstStyle>
            <a:lvl1pPr marL="0" indent="0">
              <a:buNone/>
              <a:defRPr sz="28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28pt</a:t>
            </a:r>
            <a:endParaRPr kumimoji="1" lang="zh-TW" altLang="en-US" dirty="0"/>
          </a:p>
        </p:txBody>
      </p:sp>
      <p:sp>
        <p:nvSpPr>
          <p:cNvPr id="4" name="投影片編號版面配置區 5">
            <a:extLst>
              <a:ext uri="{FF2B5EF4-FFF2-40B4-BE49-F238E27FC236}">
                <a16:creationId xmlns:a16="http://schemas.microsoft.com/office/drawing/2014/main" xmlns="" id="{6F20CEC1-8B87-8DFD-D62F-4382C12191C4}"/>
              </a:ext>
            </a:extLst>
          </p:cNvPr>
          <p:cNvSpPr>
            <a:spLocks noGrp="1"/>
          </p:cNvSpPr>
          <p:nvPr>
            <p:ph type="sldNum" sz="quarter" idx="12"/>
          </p:nvPr>
        </p:nvSpPr>
        <p:spPr>
          <a:xfrm>
            <a:off x="36546" y="6473108"/>
            <a:ext cx="288000" cy="347626"/>
          </a:xfrm>
          <a:prstGeom prst="rect">
            <a:avLst/>
          </a:prstGeom>
        </p:spPr>
        <p:txBody>
          <a:bodyPr lIns="0" tIns="0" rIns="0" bIns="0" anchor="ctr"/>
          <a:lstStyle>
            <a:lvl1pPr algn="r">
              <a:defRPr sz="1000" b="0" i="0">
                <a:solidFill>
                  <a:schemeClr val="bg1">
                    <a:lumMod val="65000"/>
                  </a:schemeClr>
                </a:solidFill>
                <a:latin typeface="Microsoft JhengHei" panose="020B0604030504040204" pitchFamily="34" charset="-120"/>
                <a:ea typeface="Microsoft JhengHei" panose="020B0604030504040204" pitchFamily="34" charset="-120"/>
                <a:cs typeface="Calibri" panose="020F0502020204030204" pitchFamily="34" charset="0"/>
              </a:defRPr>
            </a:lvl1pPr>
          </a:lstStyle>
          <a:p>
            <a:pPr>
              <a:defRPr/>
            </a:pPr>
            <a:fld id="{F5001EEF-C424-4B42-B687-322AC81C41E8}" type="slidenum">
              <a:rPr lang="zh-TW" altLang="en-US" smtClean="0">
                <a:solidFill>
                  <a:srgbClr val="FFFFFF">
                    <a:lumMod val="65000"/>
                  </a:srgbClr>
                </a:solidFill>
              </a:rPr>
              <a:pPr>
                <a:defRPr/>
              </a:pPr>
              <a:t>‹#›</a:t>
            </a:fld>
            <a:endParaRPr lang="zh-TW" altLang="en-US" dirty="0">
              <a:solidFill>
                <a:srgbClr val="FFFFFF">
                  <a:lumMod val="65000"/>
                </a:srgbClr>
              </a:solidFill>
            </a:endParaRPr>
          </a:p>
        </p:txBody>
      </p:sp>
    </p:spTree>
    <p:extLst>
      <p:ext uri="{BB962C8B-B14F-4D97-AF65-F5344CB8AC3E}">
        <p14:creationId xmlns:p14="http://schemas.microsoft.com/office/powerpoint/2010/main" val="30045029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目錄_V1-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3" name="文字版面配置區 22">
            <a:extLst>
              <a:ext uri="{FF2B5EF4-FFF2-40B4-BE49-F238E27FC236}">
                <a16:creationId xmlns:a16="http://schemas.microsoft.com/office/drawing/2014/main" xmlns="" id="{B0409933-A18A-C5AC-BE57-8A4466BA3B51}"/>
              </a:ext>
            </a:extLst>
          </p:cNvPr>
          <p:cNvSpPr>
            <a:spLocks noGrp="1"/>
          </p:cNvSpPr>
          <p:nvPr>
            <p:ph type="body" sz="quarter" idx="13" hasCustomPrompt="1"/>
          </p:nvPr>
        </p:nvSpPr>
        <p:spPr>
          <a:xfrm>
            <a:off x="5367668" y="1290984"/>
            <a:ext cx="5986462" cy="824134"/>
          </a:xfrm>
          <a:prstGeom prst="rect">
            <a:avLst/>
          </a:prstGeom>
        </p:spPr>
        <p:txBody>
          <a:bodyPr anchor="ctr"/>
          <a:lstStyle>
            <a:lvl1pPr marL="0" indent="0">
              <a:buNone/>
              <a:defRPr sz="28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28pt</a:t>
            </a:r>
            <a:endParaRPr kumimoji="1" lang="zh-TW" altLang="en-US" dirty="0"/>
          </a:p>
        </p:txBody>
      </p:sp>
      <p:sp>
        <p:nvSpPr>
          <p:cNvPr id="25" name="文字版面配置區 22">
            <a:extLst>
              <a:ext uri="{FF2B5EF4-FFF2-40B4-BE49-F238E27FC236}">
                <a16:creationId xmlns:a16="http://schemas.microsoft.com/office/drawing/2014/main" xmlns="" id="{F126EF02-D763-BF59-A1F6-4E555821332E}"/>
              </a:ext>
            </a:extLst>
          </p:cNvPr>
          <p:cNvSpPr>
            <a:spLocks noGrp="1"/>
          </p:cNvSpPr>
          <p:nvPr>
            <p:ph type="body" sz="quarter" idx="14" hasCustomPrompt="1"/>
          </p:nvPr>
        </p:nvSpPr>
        <p:spPr>
          <a:xfrm>
            <a:off x="5367668" y="2388365"/>
            <a:ext cx="5986462" cy="824134"/>
          </a:xfrm>
          <a:prstGeom prst="rect">
            <a:avLst/>
          </a:prstGeom>
        </p:spPr>
        <p:txBody>
          <a:bodyPr anchor="ctr"/>
          <a:lstStyle>
            <a:lvl1pPr marL="0" indent="0">
              <a:buNone/>
              <a:defRPr sz="28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28pt</a:t>
            </a:r>
            <a:endParaRPr kumimoji="1" lang="zh-TW" altLang="en-US" dirty="0"/>
          </a:p>
        </p:txBody>
      </p:sp>
      <p:sp>
        <p:nvSpPr>
          <p:cNvPr id="27" name="文字版面配置區 26">
            <a:extLst>
              <a:ext uri="{FF2B5EF4-FFF2-40B4-BE49-F238E27FC236}">
                <a16:creationId xmlns:a16="http://schemas.microsoft.com/office/drawing/2014/main" xmlns="" id="{345FD165-2599-8B5B-166F-2C7F534669E1}"/>
              </a:ext>
            </a:extLst>
          </p:cNvPr>
          <p:cNvSpPr>
            <a:spLocks noGrp="1"/>
          </p:cNvSpPr>
          <p:nvPr>
            <p:ph type="body" sz="quarter" idx="15" hasCustomPrompt="1"/>
          </p:nvPr>
        </p:nvSpPr>
        <p:spPr>
          <a:xfrm>
            <a:off x="4081130" y="1284856"/>
            <a:ext cx="1171575" cy="830262"/>
          </a:xfrm>
          <a:prstGeom prst="rect">
            <a:avLst/>
          </a:prstGeom>
        </p:spPr>
        <p:txBody>
          <a:bodyPr anchor="ctr"/>
          <a:lstStyle>
            <a:lvl1pPr marL="0" indent="0" algn="ctr">
              <a:buNone/>
              <a:defRPr sz="6000" b="1" i="1">
                <a:solidFill>
                  <a:srgbClr val="D1D1D1"/>
                </a:solidFill>
                <a:latin typeface="Barlow ExtraBold" pitchFamily="2" charset="0"/>
              </a:defRPr>
            </a:lvl1pPr>
          </a:lstStyle>
          <a:p>
            <a:pPr lvl="0"/>
            <a:r>
              <a:rPr kumimoji="1" lang="en-US" altLang="zh-TW" dirty="0"/>
              <a:t>01</a:t>
            </a:r>
            <a:endParaRPr kumimoji="1" lang="zh-TW" altLang="en-US" dirty="0"/>
          </a:p>
        </p:txBody>
      </p:sp>
      <p:sp>
        <p:nvSpPr>
          <p:cNvPr id="28" name="文字版面配置區 26">
            <a:extLst>
              <a:ext uri="{FF2B5EF4-FFF2-40B4-BE49-F238E27FC236}">
                <a16:creationId xmlns:a16="http://schemas.microsoft.com/office/drawing/2014/main" xmlns="" id="{18671431-CF0C-5E74-E6BD-04441D64C680}"/>
              </a:ext>
            </a:extLst>
          </p:cNvPr>
          <p:cNvSpPr>
            <a:spLocks noGrp="1"/>
          </p:cNvSpPr>
          <p:nvPr>
            <p:ph type="body" sz="quarter" idx="16" hasCustomPrompt="1"/>
          </p:nvPr>
        </p:nvSpPr>
        <p:spPr>
          <a:xfrm>
            <a:off x="4081130" y="2384650"/>
            <a:ext cx="1171575" cy="830262"/>
          </a:xfrm>
          <a:prstGeom prst="rect">
            <a:avLst/>
          </a:prstGeom>
        </p:spPr>
        <p:txBody>
          <a:bodyPr anchor="ctr"/>
          <a:lstStyle>
            <a:lvl1pPr marL="0" indent="0" algn="ctr">
              <a:buNone/>
              <a:defRPr sz="6000" b="1" i="1">
                <a:solidFill>
                  <a:srgbClr val="D1D1D1"/>
                </a:solidFill>
                <a:latin typeface="Barlow ExtraBold" pitchFamily="2" charset="0"/>
              </a:defRPr>
            </a:lvl1pPr>
          </a:lstStyle>
          <a:p>
            <a:pPr lvl="0"/>
            <a:r>
              <a:rPr kumimoji="1" lang="en-US" altLang="zh-TW" dirty="0"/>
              <a:t>02</a:t>
            </a:r>
            <a:endParaRPr kumimoji="1" lang="zh-TW" altLang="en-US" dirty="0"/>
          </a:p>
        </p:txBody>
      </p:sp>
      <p:sp>
        <p:nvSpPr>
          <p:cNvPr id="29" name="文字版面配置區 26">
            <a:extLst>
              <a:ext uri="{FF2B5EF4-FFF2-40B4-BE49-F238E27FC236}">
                <a16:creationId xmlns:a16="http://schemas.microsoft.com/office/drawing/2014/main" xmlns="" id="{9040CA61-5248-2DF4-9887-2B4A84395C10}"/>
              </a:ext>
            </a:extLst>
          </p:cNvPr>
          <p:cNvSpPr>
            <a:spLocks noGrp="1"/>
          </p:cNvSpPr>
          <p:nvPr>
            <p:ph type="body" sz="quarter" idx="17" hasCustomPrompt="1"/>
          </p:nvPr>
        </p:nvSpPr>
        <p:spPr>
          <a:xfrm>
            <a:off x="4081130" y="3484444"/>
            <a:ext cx="1171575" cy="830262"/>
          </a:xfrm>
          <a:prstGeom prst="rect">
            <a:avLst/>
          </a:prstGeom>
        </p:spPr>
        <p:txBody>
          <a:bodyPr anchor="ctr"/>
          <a:lstStyle>
            <a:lvl1pPr marL="0" indent="0" algn="ctr">
              <a:buNone/>
              <a:defRPr sz="6000" b="1" i="1">
                <a:solidFill>
                  <a:srgbClr val="D1D1D1"/>
                </a:solidFill>
                <a:latin typeface="Barlow ExtraBold" pitchFamily="2" charset="0"/>
              </a:defRPr>
            </a:lvl1pPr>
          </a:lstStyle>
          <a:p>
            <a:pPr lvl="0"/>
            <a:r>
              <a:rPr kumimoji="1" lang="en-US" altLang="zh-TW" dirty="0"/>
              <a:t>03</a:t>
            </a:r>
            <a:endParaRPr kumimoji="1" lang="zh-TW" altLang="en-US" dirty="0"/>
          </a:p>
        </p:txBody>
      </p:sp>
      <p:sp>
        <p:nvSpPr>
          <p:cNvPr id="30" name="文字版面配置區 26">
            <a:extLst>
              <a:ext uri="{FF2B5EF4-FFF2-40B4-BE49-F238E27FC236}">
                <a16:creationId xmlns:a16="http://schemas.microsoft.com/office/drawing/2014/main" xmlns="" id="{DC18B425-DD11-E5F7-BE29-42510B962DA0}"/>
              </a:ext>
            </a:extLst>
          </p:cNvPr>
          <p:cNvSpPr>
            <a:spLocks noGrp="1"/>
          </p:cNvSpPr>
          <p:nvPr>
            <p:ph type="body" sz="quarter" idx="18" hasCustomPrompt="1"/>
          </p:nvPr>
        </p:nvSpPr>
        <p:spPr>
          <a:xfrm>
            <a:off x="4081130" y="4584237"/>
            <a:ext cx="1171575" cy="830262"/>
          </a:xfrm>
          <a:prstGeom prst="rect">
            <a:avLst/>
          </a:prstGeom>
        </p:spPr>
        <p:txBody>
          <a:bodyPr anchor="ctr"/>
          <a:lstStyle>
            <a:lvl1pPr marL="0" indent="0" algn="ctr">
              <a:buNone/>
              <a:defRPr sz="6000" b="1" i="1">
                <a:solidFill>
                  <a:srgbClr val="D1D1D1"/>
                </a:solidFill>
                <a:latin typeface="Barlow ExtraBold" pitchFamily="2" charset="0"/>
              </a:defRPr>
            </a:lvl1pPr>
          </a:lstStyle>
          <a:p>
            <a:pPr lvl="0"/>
            <a:r>
              <a:rPr kumimoji="1" lang="en-US" altLang="zh-TW" dirty="0"/>
              <a:t>04</a:t>
            </a:r>
            <a:endParaRPr kumimoji="1" lang="zh-TW" altLang="en-US" dirty="0"/>
          </a:p>
        </p:txBody>
      </p:sp>
      <p:sp>
        <p:nvSpPr>
          <p:cNvPr id="31" name="文字版面配置區 22">
            <a:extLst>
              <a:ext uri="{FF2B5EF4-FFF2-40B4-BE49-F238E27FC236}">
                <a16:creationId xmlns:a16="http://schemas.microsoft.com/office/drawing/2014/main" xmlns="" id="{3C29DFE6-3793-D213-D911-8A115541E2A7}"/>
              </a:ext>
            </a:extLst>
          </p:cNvPr>
          <p:cNvSpPr>
            <a:spLocks noGrp="1"/>
          </p:cNvSpPr>
          <p:nvPr>
            <p:ph type="body" sz="quarter" idx="19" hasCustomPrompt="1"/>
          </p:nvPr>
        </p:nvSpPr>
        <p:spPr>
          <a:xfrm>
            <a:off x="5367338" y="3485746"/>
            <a:ext cx="5986462" cy="824134"/>
          </a:xfrm>
          <a:prstGeom prst="rect">
            <a:avLst/>
          </a:prstGeom>
        </p:spPr>
        <p:txBody>
          <a:bodyPr anchor="ctr"/>
          <a:lstStyle>
            <a:lvl1pPr marL="0" indent="0">
              <a:buNone/>
              <a:defRPr sz="28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28pt</a:t>
            </a:r>
            <a:endParaRPr kumimoji="1" lang="zh-TW" altLang="en-US" dirty="0"/>
          </a:p>
        </p:txBody>
      </p:sp>
      <p:sp>
        <p:nvSpPr>
          <p:cNvPr id="32" name="文字版面配置區 22">
            <a:extLst>
              <a:ext uri="{FF2B5EF4-FFF2-40B4-BE49-F238E27FC236}">
                <a16:creationId xmlns:a16="http://schemas.microsoft.com/office/drawing/2014/main" xmlns="" id="{A7D73FCC-B809-AEF3-C54E-D2792F90E127}"/>
              </a:ext>
            </a:extLst>
          </p:cNvPr>
          <p:cNvSpPr>
            <a:spLocks noGrp="1"/>
          </p:cNvSpPr>
          <p:nvPr>
            <p:ph type="body" sz="quarter" idx="20" hasCustomPrompt="1"/>
          </p:nvPr>
        </p:nvSpPr>
        <p:spPr>
          <a:xfrm>
            <a:off x="5367338" y="4583128"/>
            <a:ext cx="5986462" cy="824134"/>
          </a:xfrm>
          <a:prstGeom prst="rect">
            <a:avLst/>
          </a:prstGeom>
        </p:spPr>
        <p:txBody>
          <a:bodyPr anchor="ctr"/>
          <a:lstStyle>
            <a:lvl1pPr marL="0" indent="0">
              <a:buNone/>
              <a:defRPr sz="28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28pt</a:t>
            </a:r>
            <a:endParaRPr kumimoji="1" lang="zh-TW" altLang="en-US" dirty="0"/>
          </a:p>
        </p:txBody>
      </p:sp>
      <p:sp>
        <p:nvSpPr>
          <p:cNvPr id="4" name="投影片編號版面配置區 5">
            <a:extLst>
              <a:ext uri="{FF2B5EF4-FFF2-40B4-BE49-F238E27FC236}">
                <a16:creationId xmlns:a16="http://schemas.microsoft.com/office/drawing/2014/main" xmlns="" id="{6F20CEC1-8B87-8DFD-D62F-4382C12191C4}"/>
              </a:ext>
            </a:extLst>
          </p:cNvPr>
          <p:cNvSpPr>
            <a:spLocks noGrp="1"/>
          </p:cNvSpPr>
          <p:nvPr>
            <p:ph type="sldNum" sz="quarter" idx="12"/>
          </p:nvPr>
        </p:nvSpPr>
        <p:spPr>
          <a:xfrm>
            <a:off x="36546" y="6473108"/>
            <a:ext cx="288000" cy="347626"/>
          </a:xfrm>
          <a:prstGeom prst="rect">
            <a:avLst/>
          </a:prstGeom>
        </p:spPr>
        <p:txBody>
          <a:bodyPr lIns="0" tIns="0" rIns="0" bIns="0" anchor="ctr"/>
          <a:lstStyle>
            <a:lvl1pPr algn="r">
              <a:defRPr sz="1000" b="0" i="0">
                <a:solidFill>
                  <a:schemeClr val="bg1">
                    <a:lumMod val="65000"/>
                  </a:schemeClr>
                </a:solidFill>
                <a:latin typeface="Microsoft JhengHei" panose="020B0604030504040204" pitchFamily="34" charset="-120"/>
                <a:ea typeface="Microsoft JhengHei" panose="020B0604030504040204" pitchFamily="34" charset="-120"/>
                <a:cs typeface="Calibri" panose="020F0502020204030204" pitchFamily="34" charset="0"/>
              </a:defRPr>
            </a:lvl1pPr>
          </a:lstStyle>
          <a:p>
            <a:pPr>
              <a:defRPr/>
            </a:pPr>
            <a:fld id="{F5001EEF-C424-4B42-B687-322AC81C41E8}" type="slidenum">
              <a:rPr lang="zh-TW" altLang="en-US" smtClean="0">
                <a:solidFill>
                  <a:srgbClr val="FFFFFF">
                    <a:lumMod val="65000"/>
                  </a:srgbClr>
                </a:solidFill>
              </a:rPr>
              <a:pPr>
                <a:defRPr/>
              </a:pPr>
              <a:t>‹#›</a:t>
            </a:fld>
            <a:endParaRPr lang="zh-TW" altLang="en-US" dirty="0">
              <a:solidFill>
                <a:srgbClr val="FFFFFF">
                  <a:lumMod val="65000"/>
                </a:srgbClr>
              </a:solidFill>
            </a:endParaRPr>
          </a:p>
        </p:txBody>
      </p:sp>
    </p:spTree>
    <p:extLst>
      <p:ext uri="{BB962C8B-B14F-4D97-AF65-F5344CB8AC3E}">
        <p14:creationId xmlns:p14="http://schemas.microsoft.com/office/powerpoint/2010/main" val="31253886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目錄_V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3" name="文字版面配置區 22">
            <a:extLst>
              <a:ext uri="{FF2B5EF4-FFF2-40B4-BE49-F238E27FC236}">
                <a16:creationId xmlns:a16="http://schemas.microsoft.com/office/drawing/2014/main" xmlns="" id="{B0409933-A18A-C5AC-BE57-8A4466BA3B51}"/>
              </a:ext>
            </a:extLst>
          </p:cNvPr>
          <p:cNvSpPr>
            <a:spLocks noGrp="1"/>
          </p:cNvSpPr>
          <p:nvPr>
            <p:ph type="body" sz="quarter" idx="13" hasCustomPrompt="1"/>
          </p:nvPr>
        </p:nvSpPr>
        <p:spPr>
          <a:xfrm>
            <a:off x="1446198" y="1287920"/>
            <a:ext cx="3678535" cy="824134"/>
          </a:xfrm>
          <a:prstGeom prst="rect">
            <a:avLst/>
          </a:prstGeom>
        </p:spPr>
        <p:txBody>
          <a:bodyPr anchor="ctr"/>
          <a:lstStyle>
            <a:lvl1pPr marL="0" indent="0">
              <a:buNone/>
              <a:defRPr sz="24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24pt</a:t>
            </a:r>
            <a:endParaRPr kumimoji="1" lang="zh-TW" altLang="en-US" dirty="0"/>
          </a:p>
        </p:txBody>
      </p:sp>
      <p:sp>
        <p:nvSpPr>
          <p:cNvPr id="25" name="文字版面配置區 22">
            <a:extLst>
              <a:ext uri="{FF2B5EF4-FFF2-40B4-BE49-F238E27FC236}">
                <a16:creationId xmlns:a16="http://schemas.microsoft.com/office/drawing/2014/main" xmlns="" id="{F126EF02-D763-BF59-A1F6-4E555821332E}"/>
              </a:ext>
            </a:extLst>
          </p:cNvPr>
          <p:cNvSpPr>
            <a:spLocks noGrp="1"/>
          </p:cNvSpPr>
          <p:nvPr>
            <p:ph type="body" sz="quarter" idx="14" hasCustomPrompt="1"/>
          </p:nvPr>
        </p:nvSpPr>
        <p:spPr>
          <a:xfrm>
            <a:off x="1446198" y="2387714"/>
            <a:ext cx="3678535" cy="824134"/>
          </a:xfrm>
          <a:prstGeom prst="rect">
            <a:avLst/>
          </a:prstGeom>
        </p:spPr>
        <p:txBody>
          <a:bodyPr anchor="ctr"/>
          <a:lstStyle>
            <a:lvl1pPr marL="0" indent="0">
              <a:buNone/>
              <a:defRPr sz="24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24pt</a:t>
            </a:r>
            <a:endParaRPr kumimoji="1" lang="zh-TW" altLang="en-US" dirty="0"/>
          </a:p>
        </p:txBody>
      </p:sp>
      <p:sp>
        <p:nvSpPr>
          <p:cNvPr id="27" name="文字版面配置區 26">
            <a:extLst>
              <a:ext uri="{FF2B5EF4-FFF2-40B4-BE49-F238E27FC236}">
                <a16:creationId xmlns:a16="http://schemas.microsoft.com/office/drawing/2014/main" xmlns="" id="{345FD165-2599-8B5B-166F-2C7F534669E1}"/>
              </a:ext>
            </a:extLst>
          </p:cNvPr>
          <p:cNvSpPr>
            <a:spLocks noGrp="1"/>
          </p:cNvSpPr>
          <p:nvPr>
            <p:ph type="body" sz="quarter" idx="15" hasCustomPrompt="1"/>
          </p:nvPr>
        </p:nvSpPr>
        <p:spPr>
          <a:xfrm>
            <a:off x="646654" y="1284856"/>
            <a:ext cx="799214" cy="830262"/>
          </a:xfrm>
          <a:prstGeom prst="rect">
            <a:avLst/>
          </a:prstGeom>
        </p:spPr>
        <p:txBody>
          <a:bodyPr anchor="ctr"/>
          <a:lstStyle>
            <a:lvl1pPr marL="0" indent="0" algn="ctr">
              <a:buNone/>
              <a:defRPr sz="4000" b="1" i="1">
                <a:solidFill>
                  <a:srgbClr val="D1D1D1"/>
                </a:solidFill>
                <a:latin typeface="Barlow" pitchFamily="2" charset="0"/>
              </a:defRPr>
            </a:lvl1pPr>
          </a:lstStyle>
          <a:p>
            <a:pPr lvl="0"/>
            <a:r>
              <a:rPr kumimoji="1" lang="en-US" altLang="zh-TW" dirty="0"/>
              <a:t>01</a:t>
            </a:r>
            <a:endParaRPr kumimoji="1" lang="zh-TW" altLang="en-US" dirty="0"/>
          </a:p>
        </p:txBody>
      </p:sp>
      <p:sp>
        <p:nvSpPr>
          <p:cNvPr id="28" name="文字版面配置區 26">
            <a:extLst>
              <a:ext uri="{FF2B5EF4-FFF2-40B4-BE49-F238E27FC236}">
                <a16:creationId xmlns:a16="http://schemas.microsoft.com/office/drawing/2014/main" xmlns="" id="{18671431-CF0C-5E74-E6BD-04441D64C680}"/>
              </a:ext>
            </a:extLst>
          </p:cNvPr>
          <p:cNvSpPr>
            <a:spLocks noGrp="1"/>
          </p:cNvSpPr>
          <p:nvPr>
            <p:ph type="body" sz="quarter" idx="16" hasCustomPrompt="1"/>
          </p:nvPr>
        </p:nvSpPr>
        <p:spPr>
          <a:xfrm>
            <a:off x="646654" y="2384650"/>
            <a:ext cx="799214" cy="830262"/>
          </a:xfrm>
          <a:prstGeom prst="rect">
            <a:avLst/>
          </a:prstGeom>
        </p:spPr>
        <p:txBody>
          <a:bodyPr anchor="ctr"/>
          <a:lstStyle>
            <a:lvl1pPr marL="0" indent="0" algn="ctr">
              <a:buNone/>
              <a:defRPr sz="4000" b="1" i="1">
                <a:solidFill>
                  <a:srgbClr val="D1D1D1"/>
                </a:solidFill>
                <a:latin typeface="Barlow" pitchFamily="2" charset="0"/>
              </a:defRPr>
            </a:lvl1pPr>
          </a:lstStyle>
          <a:p>
            <a:pPr lvl="0"/>
            <a:r>
              <a:rPr kumimoji="1" lang="en-US" altLang="zh-TW" dirty="0"/>
              <a:t>03</a:t>
            </a:r>
            <a:endParaRPr kumimoji="1" lang="zh-TW" altLang="en-US" dirty="0"/>
          </a:p>
        </p:txBody>
      </p:sp>
      <p:sp>
        <p:nvSpPr>
          <p:cNvPr id="29" name="文字版面配置區 26">
            <a:extLst>
              <a:ext uri="{FF2B5EF4-FFF2-40B4-BE49-F238E27FC236}">
                <a16:creationId xmlns:a16="http://schemas.microsoft.com/office/drawing/2014/main" xmlns="" id="{9040CA61-5248-2DF4-9887-2B4A84395C10}"/>
              </a:ext>
            </a:extLst>
          </p:cNvPr>
          <p:cNvSpPr>
            <a:spLocks noGrp="1"/>
          </p:cNvSpPr>
          <p:nvPr>
            <p:ph type="body" sz="quarter" idx="17" hasCustomPrompt="1"/>
          </p:nvPr>
        </p:nvSpPr>
        <p:spPr>
          <a:xfrm>
            <a:off x="646654" y="3484444"/>
            <a:ext cx="799214" cy="830262"/>
          </a:xfrm>
          <a:prstGeom prst="rect">
            <a:avLst/>
          </a:prstGeom>
        </p:spPr>
        <p:txBody>
          <a:bodyPr anchor="ctr"/>
          <a:lstStyle>
            <a:lvl1pPr marL="0" indent="0" algn="ctr">
              <a:buNone/>
              <a:defRPr sz="4000" b="1" i="1">
                <a:solidFill>
                  <a:srgbClr val="D1D1D1"/>
                </a:solidFill>
                <a:latin typeface="Barlow" pitchFamily="2" charset="0"/>
              </a:defRPr>
            </a:lvl1pPr>
          </a:lstStyle>
          <a:p>
            <a:pPr lvl="0"/>
            <a:r>
              <a:rPr kumimoji="1" lang="en-US" altLang="zh-TW" dirty="0"/>
              <a:t>05</a:t>
            </a:r>
            <a:endParaRPr kumimoji="1" lang="zh-TW" altLang="en-US" dirty="0"/>
          </a:p>
        </p:txBody>
      </p:sp>
      <p:sp>
        <p:nvSpPr>
          <p:cNvPr id="30" name="文字版面配置區 26">
            <a:extLst>
              <a:ext uri="{FF2B5EF4-FFF2-40B4-BE49-F238E27FC236}">
                <a16:creationId xmlns:a16="http://schemas.microsoft.com/office/drawing/2014/main" xmlns="" id="{DC18B425-DD11-E5F7-BE29-42510B962DA0}"/>
              </a:ext>
            </a:extLst>
          </p:cNvPr>
          <p:cNvSpPr>
            <a:spLocks noGrp="1"/>
          </p:cNvSpPr>
          <p:nvPr>
            <p:ph type="body" sz="quarter" idx="18" hasCustomPrompt="1"/>
          </p:nvPr>
        </p:nvSpPr>
        <p:spPr>
          <a:xfrm>
            <a:off x="646654" y="4584237"/>
            <a:ext cx="799214" cy="830262"/>
          </a:xfrm>
          <a:prstGeom prst="rect">
            <a:avLst/>
          </a:prstGeom>
        </p:spPr>
        <p:txBody>
          <a:bodyPr anchor="ctr"/>
          <a:lstStyle>
            <a:lvl1pPr marL="0" indent="0" algn="ctr">
              <a:buNone/>
              <a:defRPr sz="4000" b="1" i="1">
                <a:solidFill>
                  <a:srgbClr val="D1D1D1"/>
                </a:solidFill>
                <a:latin typeface="Barlow" pitchFamily="2" charset="0"/>
              </a:defRPr>
            </a:lvl1pPr>
          </a:lstStyle>
          <a:p>
            <a:pPr lvl="0"/>
            <a:r>
              <a:rPr kumimoji="1" lang="en-US" altLang="zh-TW" dirty="0"/>
              <a:t>07</a:t>
            </a:r>
            <a:endParaRPr kumimoji="1" lang="zh-TW" altLang="en-US" dirty="0"/>
          </a:p>
        </p:txBody>
      </p:sp>
      <p:sp>
        <p:nvSpPr>
          <p:cNvPr id="31" name="文字版面配置區 22">
            <a:extLst>
              <a:ext uri="{FF2B5EF4-FFF2-40B4-BE49-F238E27FC236}">
                <a16:creationId xmlns:a16="http://schemas.microsoft.com/office/drawing/2014/main" xmlns="" id="{3C29DFE6-3793-D213-D911-8A115541E2A7}"/>
              </a:ext>
            </a:extLst>
          </p:cNvPr>
          <p:cNvSpPr>
            <a:spLocks noGrp="1"/>
          </p:cNvSpPr>
          <p:nvPr>
            <p:ph type="body" sz="quarter" idx="19" hasCustomPrompt="1"/>
          </p:nvPr>
        </p:nvSpPr>
        <p:spPr>
          <a:xfrm>
            <a:off x="1445868" y="3485746"/>
            <a:ext cx="3678535" cy="824134"/>
          </a:xfrm>
          <a:prstGeom prst="rect">
            <a:avLst/>
          </a:prstGeom>
        </p:spPr>
        <p:txBody>
          <a:bodyPr anchor="ctr"/>
          <a:lstStyle>
            <a:lvl1pPr marL="0" indent="0">
              <a:buNone/>
              <a:defRPr sz="24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24pt</a:t>
            </a:r>
            <a:endParaRPr kumimoji="1" lang="zh-TW" altLang="en-US" dirty="0"/>
          </a:p>
        </p:txBody>
      </p:sp>
      <p:sp>
        <p:nvSpPr>
          <p:cNvPr id="32" name="文字版面配置區 22">
            <a:extLst>
              <a:ext uri="{FF2B5EF4-FFF2-40B4-BE49-F238E27FC236}">
                <a16:creationId xmlns:a16="http://schemas.microsoft.com/office/drawing/2014/main" xmlns="" id="{A7D73FCC-B809-AEF3-C54E-D2792F90E127}"/>
              </a:ext>
            </a:extLst>
          </p:cNvPr>
          <p:cNvSpPr>
            <a:spLocks noGrp="1"/>
          </p:cNvSpPr>
          <p:nvPr>
            <p:ph type="body" sz="quarter" idx="20" hasCustomPrompt="1"/>
          </p:nvPr>
        </p:nvSpPr>
        <p:spPr>
          <a:xfrm>
            <a:off x="1445868" y="4583128"/>
            <a:ext cx="3678535" cy="824134"/>
          </a:xfrm>
          <a:prstGeom prst="rect">
            <a:avLst/>
          </a:prstGeom>
        </p:spPr>
        <p:txBody>
          <a:bodyPr anchor="ctr"/>
          <a:lstStyle>
            <a:lvl1pPr marL="0" indent="0">
              <a:buNone/>
              <a:defRPr sz="24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24pt</a:t>
            </a:r>
            <a:endParaRPr kumimoji="1" lang="zh-TW" altLang="en-US" dirty="0"/>
          </a:p>
        </p:txBody>
      </p:sp>
      <p:sp>
        <p:nvSpPr>
          <p:cNvPr id="2" name="文字版面配置區 22">
            <a:extLst>
              <a:ext uri="{FF2B5EF4-FFF2-40B4-BE49-F238E27FC236}">
                <a16:creationId xmlns:a16="http://schemas.microsoft.com/office/drawing/2014/main" xmlns="" id="{339BC522-9576-1288-D4C4-C1CDA75916E4}"/>
              </a:ext>
            </a:extLst>
          </p:cNvPr>
          <p:cNvSpPr>
            <a:spLocks noGrp="1"/>
          </p:cNvSpPr>
          <p:nvPr>
            <p:ph type="body" sz="quarter" idx="21" hasCustomPrompt="1"/>
          </p:nvPr>
        </p:nvSpPr>
        <p:spPr>
          <a:xfrm>
            <a:off x="6631004" y="1298553"/>
            <a:ext cx="3678535" cy="824134"/>
          </a:xfrm>
          <a:prstGeom prst="rect">
            <a:avLst/>
          </a:prstGeom>
        </p:spPr>
        <p:txBody>
          <a:bodyPr anchor="ctr"/>
          <a:lstStyle>
            <a:lvl1pPr marL="0" indent="0">
              <a:buNone/>
              <a:defRPr sz="24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24pt</a:t>
            </a:r>
            <a:endParaRPr kumimoji="1" lang="zh-TW" altLang="en-US" dirty="0"/>
          </a:p>
        </p:txBody>
      </p:sp>
      <p:sp>
        <p:nvSpPr>
          <p:cNvPr id="3" name="文字版面配置區 22">
            <a:extLst>
              <a:ext uri="{FF2B5EF4-FFF2-40B4-BE49-F238E27FC236}">
                <a16:creationId xmlns:a16="http://schemas.microsoft.com/office/drawing/2014/main" xmlns="" id="{61660119-1C32-234F-7E13-2C0A40E857E4}"/>
              </a:ext>
            </a:extLst>
          </p:cNvPr>
          <p:cNvSpPr>
            <a:spLocks noGrp="1"/>
          </p:cNvSpPr>
          <p:nvPr>
            <p:ph type="body" sz="quarter" idx="22" hasCustomPrompt="1"/>
          </p:nvPr>
        </p:nvSpPr>
        <p:spPr>
          <a:xfrm>
            <a:off x="6631004" y="2398347"/>
            <a:ext cx="3678535" cy="824134"/>
          </a:xfrm>
          <a:prstGeom prst="rect">
            <a:avLst/>
          </a:prstGeom>
        </p:spPr>
        <p:txBody>
          <a:bodyPr anchor="ctr"/>
          <a:lstStyle>
            <a:lvl1pPr marL="0" indent="0">
              <a:buNone/>
              <a:defRPr sz="24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24pt</a:t>
            </a:r>
            <a:endParaRPr kumimoji="1" lang="zh-TW" altLang="en-US" dirty="0"/>
          </a:p>
        </p:txBody>
      </p:sp>
      <p:sp>
        <p:nvSpPr>
          <p:cNvPr id="4" name="文字版面配置區 26">
            <a:extLst>
              <a:ext uri="{FF2B5EF4-FFF2-40B4-BE49-F238E27FC236}">
                <a16:creationId xmlns:a16="http://schemas.microsoft.com/office/drawing/2014/main" xmlns="" id="{7DA8530A-8670-B84F-CE9D-68D88CA43655}"/>
              </a:ext>
            </a:extLst>
          </p:cNvPr>
          <p:cNvSpPr>
            <a:spLocks noGrp="1"/>
          </p:cNvSpPr>
          <p:nvPr>
            <p:ph type="body" sz="quarter" idx="23" hasCustomPrompt="1"/>
          </p:nvPr>
        </p:nvSpPr>
        <p:spPr>
          <a:xfrm>
            <a:off x="5831460" y="1295489"/>
            <a:ext cx="799214" cy="830262"/>
          </a:xfrm>
          <a:prstGeom prst="rect">
            <a:avLst/>
          </a:prstGeom>
        </p:spPr>
        <p:txBody>
          <a:bodyPr anchor="ctr"/>
          <a:lstStyle>
            <a:lvl1pPr marL="0" indent="0" algn="ctr">
              <a:buNone/>
              <a:defRPr sz="4000" b="1" i="1">
                <a:solidFill>
                  <a:srgbClr val="D1D1D1"/>
                </a:solidFill>
                <a:latin typeface="Barlow" pitchFamily="2" charset="0"/>
              </a:defRPr>
            </a:lvl1pPr>
          </a:lstStyle>
          <a:p>
            <a:pPr lvl="0"/>
            <a:r>
              <a:rPr kumimoji="1" lang="en-US" altLang="zh-TW" dirty="0"/>
              <a:t>02</a:t>
            </a:r>
            <a:endParaRPr kumimoji="1" lang="zh-TW" altLang="en-US" dirty="0"/>
          </a:p>
        </p:txBody>
      </p:sp>
      <p:sp>
        <p:nvSpPr>
          <p:cNvPr id="5" name="文字版面配置區 26">
            <a:extLst>
              <a:ext uri="{FF2B5EF4-FFF2-40B4-BE49-F238E27FC236}">
                <a16:creationId xmlns:a16="http://schemas.microsoft.com/office/drawing/2014/main" xmlns="" id="{D7F96171-2907-6300-88C6-D1F45FC18817}"/>
              </a:ext>
            </a:extLst>
          </p:cNvPr>
          <p:cNvSpPr>
            <a:spLocks noGrp="1"/>
          </p:cNvSpPr>
          <p:nvPr>
            <p:ph type="body" sz="quarter" idx="24" hasCustomPrompt="1"/>
          </p:nvPr>
        </p:nvSpPr>
        <p:spPr>
          <a:xfrm>
            <a:off x="5831460" y="2395283"/>
            <a:ext cx="799214" cy="830262"/>
          </a:xfrm>
          <a:prstGeom prst="rect">
            <a:avLst/>
          </a:prstGeom>
        </p:spPr>
        <p:txBody>
          <a:bodyPr anchor="ctr"/>
          <a:lstStyle>
            <a:lvl1pPr marL="0" indent="0" algn="ctr">
              <a:buNone/>
              <a:defRPr sz="4000" b="1" i="1">
                <a:solidFill>
                  <a:srgbClr val="D1D1D1"/>
                </a:solidFill>
                <a:latin typeface="Barlow" pitchFamily="2" charset="0"/>
              </a:defRPr>
            </a:lvl1pPr>
          </a:lstStyle>
          <a:p>
            <a:pPr lvl="0"/>
            <a:r>
              <a:rPr kumimoji="1" lang="en-US" altLang="zh-TW" dirty="0"/>
              <a:t>04</a:t>
            </a:r>
            <a:endParaRPr kumimoji="1" lang="zh-TW" altLang="en-US" dirty="0"/>
          </a:p>
        </p:txBody>
      </p:sp>
      <p:sp>
        <p:nvSpPr>
          <p:cNvPr id="7" name="文字版面配置區 26">
            <a:extLst>
              <a:ext uri="{FF2B5EF4-FFF2-40B4-BE49-F238E27FC236}">
                <a16:creationId xmlns:a16="http://schemas.microsoft.com/office/drawing/2014/main" xmlns="" id="{E484B5CC-F6BF-0F0B-8DBD-307A87B197F7}"/>
              </a:ext>
            </a:extLst>
          </p:cNvPr>
          <p:cNvSpPr>
            <a:spLocks noGrp="1"/>
          </p:cNvSpPr>
          <p:nvPr>
            <p:ph type="body" sz="quarter" idx="25" hasCustomPrompt="1"/>
          </p:nvPr>
        </p:nvSpPr>
        <p:spPr>
          <a:xfrm>
            <a:off x="5831460" y="3495077"/>
            <a:ext cx="799214" cy="830262"/>
          </a:xfrm>
          <a:prstGeom prst="rect">
            <a:avLst/>
          </a:prstGeom>
        </p:spPr>
        <p:txBody>
          <a:bodyPr anchor="ctr"/>
          <a:lstStyle>
            <a:lvl1pPr marL="0" indent="0" algn="ctr">
              <a:buNone/>
              <a:defRPr sz="4000" b="1" i="1">
                <a:solidFill>
                  <a:srgbClr val="D1D1D1"/>
                </a:solidFill>
                <a:latin typeface="Barlow" pitchFamily="2" charset="0"/>
              </a:defRPr>
            </a:lvl1pPr>
          </a:lstStyle>
          <a:p>
            <a:pPr lvl="0"/>
            <a:r>
              <a:rPr kumimoji="1" lang="en-US" altLang="zh-TW" dirty="0"/>
              <a:t>06</a:t>
            </a:r>
            <a:endParaRPr kumimoji="1" lang="zh-TW" altLang="en-US" dirty="0"/>
          </a:p>
        </p:txBody>
      </p:sp>
      <p:sp>
        <p:nvSpPr>
          <p:cNvPr id="8" name="文字版面配置區 26">
            <a:extLst>
              <a:ext uri="{FF2B5EF4-FFF2-40B4-BE49-F238E27FC236}">
                <a16:creationId xmlns:a16="http://schemas.microsoft.com/office/drawing/2014/main" xmlns="" id="{FECD5269-828C-4270-6DE9-0EA661497021}"/>
              </a:ext>
            </a:extLst>
          </p:cNvPr>
          <p:cNvSpPr>
            <a:spLocks noGrp="1"/>
          </p:cNvSpPr>
          <p:nvPr>
            <p:ph type="body" sz="quarter" idx="26" hasCustomPrompt="1"/>
          </p:nvPr>
        </p:nvSpPr>
        <p:spPr>
          <a:xfrm>
            <a:off x="5831460" y="4594870"/>
            <a:ext cx="799214" cy="830262"/>
          </a:xfrm>
          <a:prstGeom prst="rect">
            <a:avLst/>
          </a:prstGeom>
        </p:spPr>
        <p:txBody>
          <a:bodyPr anchor="ctr"/>
          <a:lstStyle>
            <a:lvl1pPr marL="0" indent="0" algn="ctr">
              <a:buNone/>
              <a:defRPr sz="4000" b="1" i="1">
                <a:solidFill>
                  <a:srgbClr val="D1D1D1"/>
                </a:solidFill>
                <a:latin typeface="Barlow" pitchFamily="2" charset="0"/>
              </a:defRPr>
            </a:lvl1pPr>
          </a:lstStyle>
          <a:p>
            <a:pPr lvl="0"/>
            <a:r>
              <a:rPr kumimoji="1" lang="en-US" altLang="zh-TW" dirty="0"/>
              <a:t>08</a:t>
            </a:r>
            <a:endParaRPr kumimoji="1" lang="zh-TW" altLang="en-US" dirty="0"/>
          </a:p>
        </p:txBody>
      </p:sp>
      <p:sp>
        <p:nvSpPr>
          <p:cNvPr id="9" name="文字版面配置區 22">
            <a:extLst>
              <a:ext uri="{FF2B5EF4-FFF2-40B4-BE49-F238E27FC236}">
                <a16:creationId xmlns:a16="http://schemas.microsoft.com/office/drawing/2014/main" xmlns="" id="{2D4D4FE9-E767-71C9-9A27-1BF39F1C9A29}"/>
              </a:ext>
            </a:extLst>
          </p:cNvPr>
          <p:cNvSpPr>
            <a:spLocks noGrp="1"/>
          </p:cNvSpPr>
          <p:nvPr>
            <p:ph type="body" sz="quarter" idx="27" hasCustomPrompt="1"/>
          </p:nvPr>
        </p:nvSpPr>
        <p:spPr>
          <a:xfrm>
            <a:off x="6630674" y="3496379"/>
            <a:ext cx="3678535" cy="824134"/>
          </a:xfrm>
          <a:prstGeom prst="rect">
            <a:avLst/>
          </a:prstGeom>
        </p:spPr>
        <p:txBody>
          <a:bodyPr anchor="ctr"/>
          <a:lstStyle>
            <a:lvl1pPr marL="0" indent="0">
              <a:buNone/>
              <a:defRPr sz="24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24pt</a:t>
            </a:r>
            <a:endParaRPr kumimoji="1" lang="zh-TW" altLang="en-US" dirty="0"/>
          </a:p>
        </p:txBody>
      </p:sp>
      <p:sp>
        <p:nvSpPr>
          <p:cNvPr id="10" name="文字版面配置區 22">
            <a:extLst>
              <a:ext uri="{FF2B5EF4-FFF2-40B4-BE49-F238E27FC236}">
                <a16:creationId xmlns:a16="http://schemas.microsoft.com/office/drawing/2014/main" xmlns="" id="{4DD373E5-7ACA-EFDF-3CD4-68871CFE1F9F}"/>
              </a:ext>
            </a:extLst>
          </p:cNvPr>
          <p:cNvSpPr>
            <a:spLocks noGrp="1"/>
          </p:cNvSpPr>
          <p:nvPr>
            <p:ph type="body" sz="quarter" idx="28" hasCustomPrompt="1"/>
          </p:nvPr>
        </p:nvSpPr>
        <p:spPr>
          <a:xfrm>
            <a:off x="6630674" y="4593761"/>
            <a:ext cx="3678535" cy="824134"/>
          </a:xfrm>
          <a:prstGeom prst="rect">
            <a:avLst/>
          </a:prstGeom>
        </p:spPr>
        <p:txBody>
          <a:bodyPr anchor="ctr"/>
          <a:lstStyle>
            <a:lvl1pPr marL="0" indent="0">
              <a:buNone/>
              <a:defRPr sz="24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24pt</a:t>
            </a:r>
            <a:endParaRPr kumimoji="1" lang="zh-TW" altLang="en-US" dirty="0"/>
          </a:p>
        </p:txBody>
      </p:sp>
      <p:sp>
        <p:nvSpPr>
          <p:cNvPr id="13" name="投影片編號版面配置區 5">
            <a:extLst>
              <a:ext uri="{FF2B5EF4-FFF2-40B4-BE49-F238E27FC236}">
                <a16:creationId xmlns:a16="http://schemas.microsoft.com/office/drawing/2014/main" xmlns="" id="{90604B13-57CA-700F-44C3-7BA179625635}"/>
              </a:ext>
            </a:extLst>
          </p:cNvPr>
          <p:cNvSpPr>
            <a:spLocks noGrp="1"/>
          </p:cNvSpPr>
          <p:nvPr>
            <p:ph type="sldNum" sz="quarter" idx="12"/>
          </p:nvPr>
        </p:nvSpPr>
        <p:spPr>
          <a:xfrm>
            <a:off x="42864" y="6473108"/>
            <a:ext cx="288000" cy="347626"/>
          </a:xfrm>
          <a:prstGeom prst="rect">
            <a:avLst/>
          </a:prstGeom>
        </p:spPr>
        <p:txBody>
          <a:bodyPr lIns="0" tIns="0" rIns="0" bIns="0" anchor="ctr"/>
          <a:lstStyle>
            <a:lvl1pPr algn="r">
              <a:defRPr sz="1000" b="0" i="0">
                <a:solidFill>
                  <a:schemeClr val="bg1">
                    <a:lumMod val="65000"/>
                  </a:schemeClr>
                </a:solidFill>
                <a:latin typeface="Microsoft JhengHei" panose="020B0604030504040204" pitchFamily="34" charset="-120"/>
                <a:ea typeface="Microsoft JhengHei" panose="020B0604030504040204" pitchFamily="34" charset="-120"/>
                <a:cs typeface="Calibri" panose="020F0502020204030204" pitchFamily="34" charset="0"/>
              </a:defRPr>
            </a:lvl1pPr>
          </a:lstStyle>
          <a:p>
            <a:pPr>
              <a:defRPr/>
            </a:pPr>
            <a:fld id="{F5001EEF-C424-4B42-B687-322AC81C41E8}" type="slidenum">
              <a:rPr lang="zh-TW" altLang="en-US" smtClean="0">
                <a:solidFill>
                  <a:srgbClr val="FFFFFF">
                    <a:lumMod val="65000"/>
                  </a:srgbClr>
                </a:solidFill>
              </a:rPr>
              <a:pPr>
                <a:defRPr/>
              </a:pPr>
              <a:t>‹#›</a:t>
            </a:fld>
            <a:endParaRPr lang="zh-TW" altLang="en-US" dirty="0">
              <a:solidFill>
                <a:srgbClr val="FFFFFF">
                  <a:lumMod val="65000"/>
                </a:srgbClr>
              </a:solidFill>
            </a:endParaRPr>
          </a:p>
        </p:txBody>
      </p:sp>
    </p:spTree>
    <p:extLst>
      <p:ext uri="{BB962C8B-B14F-4D97-AF65-F5344CB8AC3E}">
        <p14:creationId xmlns:p14="http://schemas.microsoft.com/office/powerpoint/2010/main" val="33938066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章節頁_V1-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文字版面配置區 26">
            <a:extLst>
              <a:ext uri="{FF2B5EF4-FFF2-40B4-BE49-F238E27FC236}">
                <a16:creationId xmlns:a16="http://schemas.microsoft.com/office/drawing/2014/main" xmlns="" id="{675A5165-C440-F163-C6DE-4DFF00D019AC}"/>
              </a:ext>
            </a:extLst>
          </p:cNvPr>
          <p:cNvSpPr>
            <a:spLocks noGrp="1"/>
          </p:cNvSpPr>
          <p:nvPr>
            <p:ph type="body" sz="quarter" idx="15" hasCustomPrompt="1"/>
          </p:nvPr>
        </p:nvSpPr>
        <p:spPr>
          <a:xfrm>
            <a:off x="342793" y="1851246"/>
            <a:ext cx="2702441" cy="1877459"/>
          </a:xfrm>
          <a:prstGeom prst="rect">
            <a:avLst/>
          </a:prstGeom>
        </p:spPr>
        <p:txBody>
          <a:bodyPr anchor="ctr"/>
          <a:lstStyle>
            <a:lvl1pPr marL="0" indent="0" algn="l">
              <a:buNone/>
              <a:defRPr sz="16000" b="1" i="0">
                <a:solidFill>
                  <a:srgbClr val="F9B755"/>
                </a:solidFill>
                <a:latin typeface="Barlow ExtraBold" pitchFamily="2" charset="0"/>
              </a:defRPr>
            </a:lvl1pPr>
          </a:lstStyle>
          <a:p>
            <a:pPr lvl="0"/>
            <a:r>
              <a:rPr kumimoji="1" lang="en-US" altLang="zh-TW" dirty="0"/>
              <a:t>01</a:t>
            </a:r>
            <a:endParaRPr kumimoji="1" lang="zh-TW" altLang="en-US" dirty="0"/>
          </a:p>
        </p:txBody>
      </p:sp>
      <p:sp>
        <p:nvSpPr>
          <p:cNvPr id="10" name="文字版面配置區 22">
            <a:extLst>
              <a:ext uri="{FF2B5EF4-FFF2-40B4-BE49-F238E27FC236}">
                <a16:creationId xmlns:a16="http://schemas.microsoft.com/office/drawing/2014/main" xmlns="" id="{F287A7C6-28E1-27AF-1A0C-0C8B664A3F9A}"/>
              </a:ext>
            </a:extLst>
          </p:cNvPr>
          <p:cNvSpPr>
            <a:spLocks noGrp="1"/>
          </p:cNvSpPr>
          <p:nvPr>
            <p:ph type="body" sz="quarter" idx="13" hasCustomPrompt="1"/>
          </p:nvPr>
        </p:nvSpPr>
        <p:spPr>
          <a:xfrm>
            <a:off x="350767" y="3728705"/>
            <a:ext cx="7529623" cy="1084522"/>
          </a:xfrm>
          <a:prstGeom prst="rect">
            <a:avLst/>
          </a:prstGeom>
        </p:spPr>
        <p:txBody>
          <a:bodyPr anchor="ctr"/>
          <a:lstStyle>
            <a:lvl1pPr marL="0" indent="0">
              <a:buNone/>
              <a:defRPr sz="3600" b="1" i="0" spc="100" baseline="0">
                <a:solidFill>
                  <a:srgbClr val="FFFFFF"/>
                </a:solidFill>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36pt</a:t>
            </a:r>
            <a:endParaRPr kumimoji="1" lang="zh-TW" altLang="en-US" dirty="0"/>
          </a:p>
        </p:txBody>
      </p:sp>
      <p:sp>
        <p:nvSpPr>
          <p:cNvPr id="4" name="投影片編號版面配置區 5">
            <a:extLst>
              <a:ext uri="{FF2B5EF4-FFF2-40B4-BE49-F238E27FC236}">
                <a16:creationId xmlns:a16="http://schemas.microsoft.com/office/drawing/2014/main" xmlns="" id="{C512D888-A1BC-0A38-56CB-4E1C0459B93A}"/>
              </a:ext>
            </a:extLst>
          </p:cNvPr>
          <p:cNvSpPr>
            <a:spLocks noGrp="1"/>
          </p:cNvSpPr>
          <p:nvPr>
            <p:ph type="sldNum" sz="quarter" idx="12"/>
          </p:nvPr>
        </p:nvSpPr>
        <p:spPr>
          <a:xfrm>
            <a:off x="40178" y="6473108"/>
            <a:ext cx="288000" cy="347626"/>
          </a:xfrm>
          <a:prstGeom prst="rect">
            <a:avLst/>
          </a:prstGeom>
        </p:spPr>
        <p:txBody>
          <a:bodyPr lIns="0" tIns="0" rIns="0" bIns="0" anchor="ctr"/>
          <a:lstStyle>
            <a:lvl1pPr algn="r">
              <a:defRPr sz="1000" b="0" i="0">
                <a:solidFill>
                  <a:schemeClr val="bg1">
                    <a:lumMod val="65000"/>
                  </a:schemeClr>
                </a:solidFill>
                <a:latin typeface="Microsoft JhengHei" panose="020B0604030504040204" pitchFamily="34" charset="-120"/>
                <a:ea typeface="Microsoft JhengHei" panose="020B0604030504040204" pitchFamily="34" charset="-120"/>
                <a:cs typeface="Calibri" panose="020F0502020204030204" pitchFamily="34" charset="0"/>
              </a:defRPr>
            </a:lvl1pPr>
          </a:lstStyle>
          <a:p>
            <a:pPr>
              <a:defRPr/>
            </a:pPr>
            <a:fld id="{F5001EEF-C424-4B42-B687-322AC81C41E8}" type="slidenum">
              <a:rPr lang="zh-TW" altLang="en-US" smtClean="0">
                <a:solidFill>
                  <a:srgbClr val="FFFFFF">
                    <a:lumMod val="65000"/>
                  </a:srgbClr>
                </a:solidFill>
              </a:rPr>
              <a:pPr>
                <a:defRPr/>
              </a:pPr>
              <a:t>‹#›</a:t>
            </a:fld>
            <a:endParaRPr lang="zh-TW" altLang="en-US" dirty="0">
              <a:solidFill>
                <a:srgbClr val="FFFFFF">
                  <a:lumMod val="65000"/>
                </a:srgbClr>
              </a:solidFill>
            </a:endParaRPr>
          </a:p>
        </p:txBody>
      </p:sp>
    </p:spTree>
    <p:extLst>
      <p:ext uri="{BB962C8B-B14F-4D97-AF65-F5344CB8AC3E}">
        <p14:creationId xmlns:p14="http://schemas.microsoft.com/office/powerpoint/2010/main" val="1391794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章節頁_V1-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文字版面配置區 26">
            <a:extLst>
              <a:ext uri="{FF2B5EF4-FFF2-40B4-BE49-F238E27FC236}">
                <a16:creationId xmlns:a16="http://schemas.microsoft.com/office/drawing/2014/main" xmlns="" id="{675A5165-C440-F163-C6DE-4DFF00D019AC}"/>
              </a:ext>
            </a:extLst>
          </p:cNvPr>
          <p:cNvSpPr>
            <a:spLocks noGrp="1"/>
          </p:cNvSpPr>
          <p:nvPr>
            <p:ph type="body" sz="quarter" idx="15" hasCustomPrompt="1"/>
          </p:nvPr>
        </p:nvSpPr>
        <p:spPr>
          <a:xfrm>
            <a:off x="342793" y="1851246"/>
            <a:ext cx="2702441" cy="1877459"/>
          </a:xfrm>
          <a:prstGeom prst="rect">
            <a:avLst/>
          </a:prstGeom>
        </p:spPr>
        <p:txBody>
          <a:bodyPr anchor="ctr"/>
          <a:lstStyle>
            <a:lvl1pPr marL="0" indent="0" algn="l">
              <a:buNone/>
              <a:defRPr sz="16000" b="1" i="0">
                <a:solidFill>
                  <a:srgbClr val="F9B755"/>
                </a:solidFill>
                <a:latin typeface="Barlow ExtraBold" pitchFamily="2" charset="0"/>
              </a:defRPr>
            </a:lvl1pPr>
          </a:lstStyle>
          <a:p>
            <a:pPr lvl="0"/>
            <a:r>
              <a:rPr kumimoji="1" lang="en-US" altLang="zh-TW" dirty="0"/>
              <a:t>01</a:t>
            </a:r>
            <a:endParaRPr kumimoji="1" lang="zh-TW" altLang="en-US" dirty="0"/>
          </a:p>
        </p:txBody>
      </p:sp>
      <p:sp>
        <p:nvSpPr>
          <p:cNvPr id="10" name="文字版面配置區 22">
            <a:extLst>
              <a:ext uri="{FF2B5EF4-FFF2-40B4-BE49-F238E27FC236}">
                <a16:creationId xmlns:a16="http://schemas.microsoft.com/office/drawing/2014/main" xmlns="" id="{F287A7C6-28E1-27AF-1A0C-0C8B664A3F9A}"/>
              </a:ext>
            </a:extLst>
          </p:cNvPr>
          <p:cNvSpPr>
            <a:spLocks noGrp="1"/>
          </p:cNvSpPr>
          <p:nvPr>
            <p:ph type="body" sz="quarter" idx="13" hasCustomPrompt="1"/>
          </p:nvPr>
        </p:nvSpPr>
        <p:spPr>
          <a:xfrm>
            <a:off x="350767" y="3728705"/>
            <a:ext cx="7529623" cy="1084522"/>
          </a:xfrm>
          <a:prstGeom prst="rect">
            <a:avLst/>
          </a:prstGeom>
        </p:spPr>
        <p:txBody>
          <a:bodyPr anchor="ctr"/>
          <a:lstStyle>
            <a:lvl1pPr marL="0" indent="0">
              <a:buNone/>
              <a:defRPr sz="3600" b="1" i="0" spc="100" baseline="0">
                <a:solidFill>
                  <a:srgbClr val="FFFFFF"/>
                </a:solidFill>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36pt</a:t>
            </a:r>
            <a:endParaRPr kumimoji="1" lang="zh-TW" altLang="en-US" dirty="0"/>
          </a:p>
        </p:txBody>
      </p:sp>
      <p:sp>
        <p:nvSpPr>
          <p:cNvPr id="4" name="投影片編號版面配置區 5">
            <a:extLst>
              <a:ext uri="{FF2B5EF4-FFF2-40B4-BE49-F238E27FC236}">
                <a16:creationId xmlns:a16="http://schemas.microsoft.com/office/drawing/2014/main" xmlns="" id="{C512D888-A1BC-0A38-56CB-4E1C0459B93A}"/>
              </a:ext>
            </a:extLst>
          </p:cNvPr>
          <p:cNvSpPr>
            <a:spLocks noGrp="1"/>
          </p:cNvSpPr>
          <p:nvPr>
            <p:ph type="sldNum" sz="quarter" idx="12"/>
          </p:nvPr>
        </p:nvSpPr>
        <p:spPr>
          <a:xfrm>
            <a:off x="40178" y="6473108"/>
            <a:ext cx="288000" cy="347626"/>
          </a:xfrm>
          <a:prstGeom prst="rect">
            <a:avLst/>
          </a:prstGeom>
        </p:spPr>
        <p:txBody>
          <a:bodyPr lIns="0" tIns="0" rIns="0" bIns="0" anchor="ctr"/>
          <a:lstStyle>
            <a:lvl1pPr algn="r">
              <a:defRPr sz="1000" b="0" i="0">
                <a:solidFill>
                  <a:schemeClr val="bg1">
                    <a:lumMod val="65000"/>
                  </a:schemeClr>
                </a:solidFill>
                <a:latin typeface="Microsoft JhengHei" panose="020B0604030504040204" pitchFamily="34" charset="-120"/>
                <a:ea typeface="Microsoft JhengHei" panose="020B0604030504040204" pitchFamily="34" charset="-120"/>
                <a:cs typeface="Calibri" panose="020F0502020204030204" pitchFamily="34" charset="0"/>
              </a:defRPr>
            </a:lvl1pPr>
          </a:lstStyle>
          <a:p>
            <a:pPr>
              <a:defRPr/>
            </a:pPr>
            <a:fld id="{F5001EEF-C424-4B42-B687-322AC81C41E8}" type="slidenum">
              <a:rPr lang="zh-TW" altLang="en-US" smtClean="0">
                <a:solidFill>
                  <a:srgbClr val="FFFFFF">
                    <a:lumMod val="65000"/>
                  </a:srgbClr>
                </a:solidFill>
              </a:rPr>
              <a:pPr>
                <a:defRPr/>
              </a:pPr>
              <a:t>‹#›</a:t>
            </a:fld>
            <a:endParaRPr lang="zh-TW" altLang="en-US" dirty="0">
              <a:solidFill>
                <a:srgbClr val="FFFFFF">
                  <a:lumMod val="65000"/>
                </a:srgbClr>
              </a:solidFill>
            </a:endParaRPr>
          </a:p>
        </p:txBody>
      </p:sp>
    </p:spTree>
    <p:extLst>
      <p:ext uri="{BB962C8B-B14F-4D97-AF65-F5344CB8AC3E}">
        <p14:creationId xmlns:p14="http://schemas.microsoft.com/office/powerpoint/2010/main" val="39029337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章節頁_V1-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文字版面配置區 26">
            <a:extLst>
              <a:ext uri="{FF2B5EF4-FFF2-40B4-BE49-F238E27FC236}">
                <a16:creationId xmlns:a16="http://schemas.microsoft.com/office/drawing/2014/main" xmlns="" id="{675A5165-C440-F163-C6DE-4DFF00D019AC}"/>
              </a:ext>
            </a:extLst>
          </p:cNvPr>
          <p:cNvSpPr>
            <a:spLocks noGrp="1"/>
          </p:cNvSpPr>
          <p:nvPr>
            <p:ph type="body" sz="quarter" idx="15" hasCustomPrompt="1"/>
          </p:nvPr>
        </p:nvSpPr>
        <p:spPr>
          <a:xfrm>
            <a:off x="342793" y="1851246"/>
            <a:ext cx="2702441" cy="1877459"/>
          </a:xfrm>
          <a:prstGeom prst="rect">
            <a:avLst/>
          </a:prstGeom>
        </p:spPr>
        <p:txBody>
          <a:bodyPr anchor="ctr"/>
          <a:lstStyle>
            <a:lvl1pPr marL="0" indent="0" algn="l">
              <a:buNone/>
              <a:defRPr sz="16000" b="1" i="0">
                <a:solidFill>
                  <a:srgbClr val="F9B755"/>
                </a:solidFill>
                <a:latin typeface="Barlow ExtraBold" pitchFamily="2" charset="0"/>
              </a:defRPr>
            </a:lvl1pPr>
          </a:lstStyle>
          <a:p>
            <a:pPr lvl="0"/>
            <a:r>
              <a:rPr kumimoji="1" lang="en-US" altLang="zh-TW" dirty="0"/>
              <a:t>01</a:t>
            </a:r>
            <a:endParaRPr kumimoji="1" lang="zh-TW" altLang="en-US" dirty="0"/>
          </a:p>
        </p:txBody>
      </p:sp>
      <p:sp>
        <p:nvSpPr>
          <p:cNvPr id="10" name="文字版面配置區 22">
            <a:extLst>
              <a:ext uri="{FF2B5EF4-FFF2-40B4-BE49-F238E27FC236}">
                <a16:creationId xmlns:a16="http://schemas.microsoft.com/office/drawing/2014/main" xmlns="" id="{F287A7C6-28E1-27AF-1A0C-0C8B664A3F9A}"/>
              </a:ext>
            </a:extLst>
          </p:cNvPr>
          <p:cNvSpPr>
            <a:spLocks noGrp="1"/>
          </p:cNvSpPr>
          <p:nvPr>
            <p:ph type="body" sz="quarter" idx="13" hasCustomPrompt="1"/>
          </p:nvPr>
        </p:nvSpPr>
        <p:spPr>
          <a:xfrm>
            <a:off x="350767" y="3728705"/>
            <a:ext cx="7529623" cy="1084522"/>
          </a:xfrm>
          <a:prstGeom prst="rect">
            <a:avLst/>
          </a:prstGeom>
        </p:spPr>
        <p:txBody>
          <a:bodyPr anchor="ctr"/>
          <a:lstStyle>
            <a:lvl1pPr marL="0" indent="0">
              <a:buNone/>
              <a:defRPr sz="3600" b="1" i="0" spc="100" baseline="0">
                <a:solidFill>
                  <a:srgbClr val="FFFFFF"/>
                </a:solidFill>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36pt</a:t>
            </a:r>
            <a:endParaRPr kumimoji="1" lang="zh-TW" altLang="en-US" dirty="0"/>
          </a:p>
        </p:txBody>
      </p:sp>
      <p:sp>
        <p:nvSpPr>
          <p:cNvPr id="4" name="投影片編號版面配置區 5">
            <a:extLst>
              <a:ext uri="{FF2B5EF4-FFF2-40B4-BE49-F238E27FC236}">
                <a16:creationId xmlns:a16="http://schemas.microsoft.com/office/drawing/2014/main" xmlns="" id="{C512D888-A1BC-0A38-56CB-4E1C0459B93A}"/>
              </a:ext>
            </a:extLst>
          </p:cNvPr>
          <p:cNvSpPr>
            <a:spLocks noGrp="1"/>
          </p:cNvSpPr>
          <p:nvPr>
            <p:ph type="sldNum" sz="quarter" idx="12"/>
          </p:nvPr>
        </p:nvSpPr>
        <p:spPr>
          <a:xfrm>
            <a:off x="35908" y="6473108"/>
            <a:ext cx="288000" cy="347626"/>
          </a:xfrm>
          <a:prstGeom prst="rect">
            <a:avLst/>
          </a:prstGeom>
        </p:spPr>
        <p:txBody>
          <a:bodyPr lIns="0" tIns="0" rIns="0" bIns="0" anchor="ctr"/>
          <a:lstStyle>
            <a:lvl1pPr algn="r">
              <a:defRPr sz="1000" b="0" i="0">
                <a:solidFill>
                  <a:schemeClr val="bg1">
                    <a:lumMod val="65000"/>
                  </a:schemeClr>
                </a:solidFill>
                <a:latin typeface="Microsoft JhengHei" panose="020B0604030504040204" pitchFamily="34" charset="-120"/>
                <a:ea typeface="Microsoft JhengHei" panose="020B0604030504040204" pitchFamily="34" charset="-120"/>
                <a:cs typeface="Calibri" panose="020F0502020204030204" pitchFamily="34" charset="0"/>
              </a:defRPr>
            </a:lvl1pPr>
          </a:lstStyle>
          <a:p>
            <a:pPr>
              <a:defRPr/>
            </a:pPr>
            <a:fld id="{F5001EEF-C424-4B42-B687-322AC81C41E8}" type="slidenum">
              <a:rPr lang="zh-TW" altLang="en-US" smtClean="0">
                <a:solidFill>
                  <a:srgbClr val="FFFFFF">
                    <a:lumMod val="65000"/>
                  </a:srgbClr>
                </a:solidFill>
              </a:rPr>
              <a:pPr>
                <a:defRPr/>
              </a:pPr>
              <a:t>‹#›</a:t>
            </a:fld>
            <a:endParaRPr lang="zh-TW" altLang="en-US" dirty="0">
              <a:solidFill>
                <a:srgbClr val="FFFFFF">
                  <a:lumMod val="65000"/>
                </a:srgbClr>
              </a:solidFill>
            </a:endParaRPr>
          </a:p>
        </p:txBody>
      </p:sp>
    </p:spTree>
    <p:extLst>
      <p:ext uri="{BB962C8B-B14F-4D97-AF65-F5344CB8AC3E}">
        <p14:creationId xmlns:p14="http://schemas.microsoft.com/office/powerpoint/2010/main" val="10658627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章節頁_V2-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文字版面配置區 26">
            <a:extLst>
              <a:ext uri="{FF2B5EF4-FFF2-40B4-BE49-F238E27FC236}">
                <a16:creationId xmlns:a16="http://schemas.microsoft.com/office/drawing/2014/main" xmlns="" id="{675A5165-C440-F163-C6DE-4DFF00D019AC}"/>
              </a:ext>
            </a:extLst>
          </p:cNvPr>
          <p:cNvSpPr>
            <a:spLocks noGrp="1"/>
          </p:cNvSpPr>
          <p:nvPr>
            <p:ph type="body" sz="quarter" idx="15" hasCustomPrompt="1"/>
          </p:nvPr>
        </p:nvSpPr>
        <p:spPr>
          <a:xfrm>
            <a:off x="9759416" y="426654"/>
            <a:ext cx="2094614" cy="1877459"/>
          </a:xfrm>
          <a:prstGeom prst="rect">
            <a:avLst/>
          </a:prstGeom>
        </p:spPr>
        <p:txBody>
          <a:bodyPr anchor="ctr"/>
          <a:lstStyle>
            <a:lvl1pPr marL="0" indent="0" algn="r">
              <a:buNone/>
              <a:defRPr sz="13000" b="1" i="0">
                <a:solidFill>
                  <a:srgbClr val="D1D1D1"/>
                </a:solidFill>
                <a:latin typeface="Barlow ExtraBold" pitchFamily="2" charset="0"/>
              </a:defRPr>
            </a:lvl1pPr>
          </a:lstStyle>
          <a:p>
            <a:pPr lvl="0"/>
            <a:r>
              <a:rPr kumimoji="1" lang="en-US" altLang="zh-TW" dirty="0"/>
              <a:t>01</a:t>
            </a:r>
            <a:endParaRPr kumimoji="1" lang="zh-TW" altLang="en-US" dirty="0"/>
          </a:p>
        </p:txBody>
      </p:sp>
      <p:sp>
        <p:nvSpPr>
          <p:cNvPr id="10" name="文字版面配置區 22">
            <a:extLst>
              <a:ext uri="{FF2B5EF4-FFF2-40B4-BE49-F238E27FC236}">
                <a16:creationId xmlns:a16="http://schemas.microsoft.com/office/drawing/2014/main" xmlns="" id="{F287A7C6-28E1-27AF-1A0C-0C8B664A3F9A}"/>
              </a:ext>
            </a:extLst>
          </p:cNvPr>
          <p:cNvSpPr>
            <a:spLocks noGrp="1"/>
          </p:cNvSpPr>
          <p:nvPr>
            <p:ph type="body" sz="quarter" idx="13" hasCustomPrompt="1"/>
          </p:nvPr>
        </p:nvSpPr>
        <p:spPr>
          <a:xfrm>
            <a:off x="6100549" y="2424851"/>
            <a:ext cx="5753480" cy="1181172"/>
          </a:xfrm>
          <a:prstGeom prst="rect">
            <a:avLst/>
          </a:prstGeom>
        </p:spPr>
        <p:txBody>
          <a:bodyPr anchor="ctr"/>
          <a:lstStyle>
            <a:lvl1pPr marL="0" indent="0" algn="r">
              <a:buNone/>
              <a:defRPr sz="3600" b="1" i="0" spc="100" baseline="0">
                <a:solidFill>
                  <a:srgbClr val="1A1A1A"/>
                </a:solidFill>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36pt</a:t>
            </a:r>
            <a:endParaRPr kumimoji="1" lang="zh-TW" altLang="en-US" dirty="0"/>
          </a:p>
        </p:txBody>
      </p:sp>
      <p:sp>
        <p:nvSpPr>
          <p:cNvPr id="4" name="投影片編號版面配置區 5">
            <a:extLst>
              <a:ext uri="{FF2B5EF4-FFF2-40B4-BE49-F238E27FC236}">
                <a16:creationId xmlns:a16="http://schemas.microsoft.com/office/drawing/2014/main" xmlns="" id="{F75D700F-83A5-B4F5-A49E-63A662A6032E}"/>
              </a:ext>
            </a:extLst>
          </p:cNvPr>
          <p:cNvSpPr>
            <a:spLocks noGrp="1"/>
          </p:cNvSpPr>
          <p:nvPr>
            <p:ph type="sldNum" sz="quarter" idx="12"/>
          </p:nvPr>
        </p:nvSpPr>
        <p:spPr>
          <a:xfrm>
            <a:off x="40176" y="6473108"/>
            <a:ext cx="288000" cy="347626"/>
          </a:xfrm>
          <a:prstGeom prst="rect">
            <a:avLst/>
          </a:prstGeom>
        </p:spPr>
        <p:txBody>
          <a:bodyPr lIns="0" tIns="0" rIns="0" bIns="0" anchor="ctr"/>
          <a:lstStyle>
            <a:lvl1pPr algn="r">
              <a:defRPr sz="1000" b="0" i="0">
                <a:solidFill>
                  <a:schemeClr val="bg1">
                    <a:lumMod val="95000"/>
                  </a:schemeClr>
                </a:solidFill>
                <a:latin typeface="Microsoft JhengHei" panose="020B0604030504040204" pitchFamily="34" charset="-120"/>
                <a:ea typeface="Microsoft JhengHei" panose="020B0604030504040204" pitchFamily="34" charset="-120"/>
                <a:cs typeface="Calibri" panose="020F0502020204030204" pitchFamily="34" charset="0"/>
              </a:defRPr>
            </a:lvl1pPr>
          </a:lstStyle>
          <a:p>
            <a:pPr>
              <a:defRPr/>
            </a:pPr>
            <a:fld id="{F5001EEF-C424-4B42-B687-322AC81C41E8}" type="slidenum">
              <a:rPr lang="zh-TW" altLang="en-US" smtClean="0">
                <a:solidFill>
                  <a:srgbClr val="FFFFFF">
                    <a:lumMod val="95000"/>
                  </a:srgbClr>
                </a:solidFill>
              </a:rPr>
              <a:pPr>
                <a:defRPr/>
              </a:pPr>
              <a:t>‹#›</a:t>
            </a:fld>
            <a:endParaRPr lang="zh-TW" altLang="en-US" dirty="0">
              <a:solidFill>
                <a:srgbClr val="FFFFFF">
                  <a:lumMod val="95000"/>
                </a:srgbClr>
              </a:solidFill>
            </a:endParaRPr>
          </a:p>
        </p:txBody>
      </p:sp>
    </p:spTree>
    <p:extLst>
      <p:ext uri="{BB962C8B-B14F-4D97-AF65-F5344CB8AC3E}">
        <p14:creationId xmlns:p14="http://schemas.microsoft.com/office/powerpoint/2010/main" val="42836788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章節頁_V2-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文字版面配置區 26">
            <a:extLst>
              <a:ext uri="{FF2B5EF4-FFF2-40B4-BE49-F238E27FC236}">
                <a16:creationId xmlns:a16="http://schemas.microsoft.com/office/drawing/2014/main" xmlns="" id="{675A5165-C440-F163-C6DE-4DFF00D019AC}"/>
              </a:ext>
            </a:extLst>
          </p:cNvPr>
          <p:cNvSpPr>
            <a:spLocks noGrp="1"/>
          </p:cNvSpPr>
          <p:nvPr>
            <p:ph type="body" sz="quarter" idx="15" hasCustomPrompt="1"/>
          </p:nvPr>
        </p:nvSpPr>
        <p:spPr>
          <a:xfrm>
            <a:off x="9758550" y="414738"/>
            <a:ext cx="2094614" cy="1877459"/>
          </a:xfrm>
          <a:prstGeom prst="rect">
            <a:avLst/>
          </a:prstGeom>
        </p:spPr>
        <p:txBody>
          <a:bodyPr anchor="ctr"/>
          <a:lstStyle>
            <a:lvl1pPr marL="0" indent="0" algn="r">
              <a:buNone/>
              <a:defRPr sz="13000" b="1" i="0">
                <a:solidFill>
                  <a:srgbClr val="D1D1D1"/>
                </a:solidFill>
                <a:latin typeface="Barlow ExtraBold" pitchFamily="2" charset="0"/>
              </a:defRPr>
            </a:lvl1pPr>
          </a:lstStyle>
          <a:p>
            <a:pPr lvl="0"/>
            <a:r>
              <a:rPr kumimoji="1" lang="en-US" altLang="zh-TW" dirty="0"/>
              <a:t>01</a:t>
            </a:r>
            <a:endParaRPr kumimoji="1" lang="zh-TW" altLang="en-US" dirty="0"/>
          </a:p>
        </p:txBody>
      </p:sp>
      <p:sp>
        <p:nvSpPr>
          <p:cNvPr id="10" name="文字版面配置區 22">
            <a:extLst>
              <a:ext uri="{FF2B5EF4-FFF2-40B4-BE49-F238E27FC236}">
                <a16:creationId xmlns:a16="http://schemas.microsoft.com/office/drawing/2014/main" xmlns="" id="{F287A7C6-28E1-27AF-1A0C-0C8B664A3F9A}"/>
              </a:ext>
            </a:extLst>
          </p:cNvPr>
          <p:cNvSpPr>
            <a:spLocks noGrp="1"/>
          </p:cNvSpPr>
          <p:nvPr>
            <p:ph type="body" sz="quarter" idx="13" hasCustomPrompt="1"/>
          </p:nvPr>
        </p:nvSpPr>
        <p:spPr>
          <a:xfrm>
            <a:off x="6081485" y="2424851"/>
            <a:ext cx="5771677" cy="1181172"/>
          </a:xfrm>
          <a:prstGeom prst="rect">
            <a:avLst/>
          </a:prstGeom>
        </p:spPr>
        <p:txBody>
          <a:bodyPr anchor="ctr"/>
          <a:lstStyle>
            <a:lvl1pPr marL="0" indent="0" algn="r">
              <a:buNone/>
              <a:defRPr sz="3600" b="1" i="0" spc="100" baseline="0">
                <a:solidFill>
                  <a:srgbClr val="1A1A1A"/>
                </a:solidFill>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36pt</a:t>
            </a:r>
            <a:endParaRPr kumimoji="1" lang="zh-TW" altLang="en-US" dirty="0"/>
          </a:p>
        </p:txBody>
      </p:sp>
      <p:sp>
        <p:nvSpPr>
          <p:cNvPr id="4" name="投影片編號版面配置區 5">
            <a:extLst>
              <a:ext uri="{FF2B5EF4-FFF2-40B4-BE49-F238E27FC236}">
                <a16:creationId xmlns:a16="http://schemas.microsoft.com/office/drawing/2014/main" xmlns="" id="{F75D700F-83A5-B4F5-A49E-63A662A6032E}"/>
              </a:ext>
            </a:extLst>
          </p:cNvPr>
          <p:cNvSpPr>
            <a:spLocks noGrp="1"/>
          </p:cNvSpPr>
          <p:nvPr>
            <p:ph type="sldNum" sz="quarter" idx="12"/>
          </p:nvPr>
        </p:nvSpPr>
        <p:spPr>
          <a:xfrm>
            <a:off x="36548" y="6473108"/>
            <a:ext cx="288000" cy="347626"/>
          </a:xfrm>
          <a:prstGeom prst="rect">
            <a:avLst/>
          </a:prstGeom>
        </p:spPr>
        <p:txBody>
          <a:bodyPr lIns="0" tIns="0" rIns="0" bIns="0" anchor="ctr"/>
          <a:lstStyle>
            <a:lvl1pPr algn="ctr">
              <a:defRPr sz="1000" b="0" i="0">
                <a:solidFill>
                  <a:schemeClr val="bg1">
                    <a:lumMod val="95000"/>
                  </a:schemeClr>
                </a:solidFill>
                <a:latin typeface="Microsoft JhengHei" panose="020B0604030504040204" pitchFamily="34" charset="-120"/>
                <a:ea typeface="Microsoft JhengHei" panose="020B0604030504040204" pitchFamily="34" charset="-120"/>
                <a:cs typeface="Calibri" panose="020F0502020204030204" pitchFamily="34" charset="0"/>
              </a:defRPr>
            </a:lvl1pPr>
          </a:lstStyle>
          <a:p>
            <a:pPr>
              <a:defRPr/>
            </a:pPr>
            <a:fld id="{F5001EEF-C424-4B42-B687-322AC81C41E8}" type="slidenum">
              <a:rPr lang="zh-TW" altLang="en-US" smtClean="0">
                <a:solidFill>
                  <a:srgbClr val="FFFFFF">
                    <a:lumMod val="95000"/>
                  </a:srgbClr>
                </a:solidFill>
              </a:rPr>
              <a:pPr>
                <a:defRPr/>
              </a:pPr>
              <a:t>‹#›</a:t>
            </a:fld>
            <a:endParaRPr lang="zh-TW" altLang="en-US" dirty="0">
              <a:solidFill>
                <a:srgbClr val="FFFFFF">
                  <a:lumMod val="95000"/>
                </a:srgbClr>
              </a:solidFill>
            </a:endParaRPr>
          </a:p>
        </p:txBody>
      </p:sp>
    </p:spTree>
    <p:extLst>
      <p:ext uri="{BB962C8B-B14F-4D97-AF65-F5344CB8AC3E}">
        <p14:creationId xmlns:p14="http://schemas.microsoft.com/office/powerpoint/2010/main" val="36498746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章節頁_V2-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文字版面配置區 26">
            <a:extLst>
              <a:ext uri="{FF2B5EF4-FFF2-40B4-BE49-F238E27FC236}">
                <a16:creationId xmlns:a16="http://schemas.microsoft.com/office/drawing/2014/main" xmlns="" id="{675A5165-C440-F163-C6DE-4DFF00D019AC}"/>
              </a:ext>
            </a:extLst>
          </p:cNvPr>
          <p:cNvSpPr>
            <a:spLocks noGrp="1"/>
          </p:cNvSpPr>
          <p:nvPr>
            <p:ph type="body" sz="quarter" idx="15" hasCustomPrompt="1"/>
          </p:nvPr>
        </p:nvSpPr>
        <p:spPr>
          <a:xfrm>
            <a:off x="9758550" y="414738"/>
            <a:ext cx="2094614" cy="1877459"/>
          </a:xfrm>
          <a:prstGeom prst="rect">
            <a:avLst/>
          </a:prstGeom>
        </p:spPr>
        <p:txBody>
          <a:bodyPr anchor="ctr"/>
          <a:lstStyle>
            <a:lvl1pPr marL="0" indent="0" algn="r">
              <a:buNone/>
              <a:defRPr sz="13000" b="1" i="0">
                <a:solidFill>
                  <a:srgbClr val="D1D1D1"/>
                </a:solidFill>
                <a:latin typeface="Barlow ExtraBold" pitchFamily="2" charset="0"/>
              </a:defRPr>
            </a:lvl1pPr>
          </a:lstStyle>
          <a:p>
            <a:pPr lvl="0"/>
            <a:r>
              <a:rPr kumimoji="1" lang="en-US" altLang="zh-TW" dirty="0"/>
              <a:t>01</a:t>
            </a:r>
            <a:endParaRPr kumimoji="1" lang="zh-TW" altLang="en-US" dirty="0"/>
          </a:p>
        </p:txBody>
      </p:sp>
      <p:sp>
        <p:nvSpPr>
          <p:cNvPr id="10" name="文字版面配置區 22">
            <a:extLst>
              <a:ext uri="{FF2B5EF4-FFF2-40B4-BE49-F238E27FC236}">
                <a16:creationId xmlns:a16="http://schemas.microsoft.com/office/drawing/2014/main" xmlns="" id="{F287A7C6-28E1-27AF-1A0C-0C8B664A3F9A}"/>
              </a:ext>
            </a:extLst>
          </p:cNvPr>
          <p:cNvSpPr>
            <a:spLocks noGrp="1"/>
          </p:cNvSpPr>
          <p:nvPr>
            <p:ph type="body" sz="quarter" idx="13" hasCustomPrompt="1"/>
          </p:nvPr>
        </p:nvSpPr>
        <p:spPr>
          <a:xfrm>
            <a:off x="6081485" y="2424851"/>
            <a:ext cx="5771677" cy="1181172"/>
          </a:xfrm>
          <a:prstGeom prst="rect">
            <a:avLst/>
          </a:prstGeom>
        </p:spPr>
        <p:txBody>
          <a:bodyPr anchor="ctr"/>
          <a:lstStyle>
            <a:lvl1pPr marL="0" indent="0" algn="r">
              <a:buNone/>
              <a:defRPr sz="3600" b="1" i="0" spc="100" baseline="0">
                <a:solidFill>
                  <a:srgbClr val="1A1A1A"/>
                </a:solidFill>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36pt</a:t>
            </a:r>
            <a:endParaRPr kumimoji="1" lang="zh-TW" altLang="en-US" dirty="0"/>
          </a:p>
        </p:txBody>
      </p:sp>
      <p:sp>
        <p:nvSpPr>
          <p:cNvPr id="4" name="投影片編號版面配置區 5">
            <a:extLst>
              <a:ext uri="{FF2B5EF4-FFF2-40B4-BE49-F238E27FC236}">
                <a16:creationId xmlns:a16="http://schemas.microsoft.com/office/drawing/2014/main" xmlns="" id="{F75D700F-83A5-B4F5-A49E-63A662A6032E}"/>
              </a:ext>
            </a:extLst>
          </p:cNvPr>
          <p:cNvSpPr>
            <a:spLocks noGrp="1"/>
          </p:cNvSpPr>
          <p:nvPr>
            <p:ph type="sldNum" sz="quarter" idx="12"/>
          </p:nvPr>
        </p:nvSpPr>
        <p:spPr>
          <a:xfrm>
            <a:off x="36548" y="6473108"/>
            <a:ext cx="288000" cy="347626"/>
          </a:xfrm>
          <a:prstGeom prst="rect">
            <a:avLst/>
          </a:prstGeom>
        </p:spPr>
        <p:txBody>
          <a:bodyPr lIns="0" tIns="0" rIns="0" bIns="0" anchor="ctr"/>
          <a:lstStyle>
            <a:lvl1pPr algn="ctr">
              <a:defRPr sz="1000" b="0" i="0">
                <a:solidFill>
                  <a:schemeClr val="bg1">
                    <a:lumMod val="95000"/>
                  </a:schemeClr>
                </a:solidFill>
                <a:latin typeface="Microsoft JhengHei" panose="020B0604030504040204" pitchFamily="34" charset="-120"/>
                <a:ea typeface="Microsoft JhengHei" panose="020B0604030504040204" pitchFamily="34" charset="-120"/>
                <a:cs typeface="Calibri" panose="020F0502020204030204" pitchFamily="34" charset="0"/>
              </a:defRPr>
            </a:lvl1pPr>
          </a:lstStyle>
          <a:p>
            <a:pPr>
              <a:defRPr/>
            </a:pPr>
            <a:fld id="{F5001EEF-C424-4B42-B687-322AC81C41E8}" type="slidenum">
              <a:rPr lang="zh-TW" altLang="en-US" smtClean="0">
                <a:solidFill>
                  <a:srgbClr val="FFFFFF">
                    <a:lumMod val="95000"/>
                  </a:srgbClr>
                </a:solidFill>
              </a:rPr>
              <a:pPr>
                <a:defRPr/>
              </a:pPr>
              <a:t>‹#›</a:t>
            </a:fld>
            <a:endParaRPr lang="zh-TW" altLang="en-US" dirty="0">
              <a:solidFill>
                <a:srgbClr val="FFFFFF">
                  <a:lumMod val="95000"/>
                </a:srgbClr>
              </a:solidFill>
            </a:endParaRPr>
          </a:p>
        </p:txBody>
      </p:sp>
    </p:spTree>
    <p:extLst>
      <p:ext uri="{BB962C8B-B14F-4D97-AF65-F5344CB8AC3E}">
        <p14:creationId xmlns:p14="http://schemas.microsoft.com/office/powerpoint/2010/main" val="38384339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內容頁_V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標題 1"/>
          <p:cNvSpPr>
            <a:spLocks noGrp="1"/>
          </p:cNvSpPr>
          <p:nvPr>
            <p:ph type="title" hasCustomPrompt="1"/>
          </p:nvPr>
        </p:nvSpPr>
        <p:spPr>
          <a:xfrm>
            <a:off x="641445" y="365126"/>
            <a:ext cx="11340000" cy="676866"/>
          </a:xfrm>
          <a:prstGeom prst="rect">
            <a:avLst/>
          </a:prstGeom>
        </p:spPr>
        <p:txBody>
          <a:bodyPr anchor="ctr"/>
          <a:lstStyle>
            <a:lvl1pPr>
              <a:defRPr sz="3600" b="1" i="0" spc="100" baseline="0">
                <a:latin typeface="+mn-lt"/>
                <a:ea typeface="微軟正黑體" panose="020B0604030504040204" pitchFamily="34" charset="-120"/>
              </a:defRPr>
            </a:lvl1pPr>
          </a:lstStyle>
          <a:p>
            <a:r>
              <a:rPr lang="zh-TW" altLang="en-US" dirty="0"/>
              <a:t>標題內容</a:t>
            </a:r>
            <a:r>
              <a:rPr lang="en-US" altLang="zh-TW" dirty="0"/>
              <a:t>36pt</a:t>
            </a:r>
            <a:endParaRPr lang="zh-TW" altLang="en-US" dirty="0"/>
          </a:p>
        </p:txBody>
      </p:sp>
      <p:sp>
        <p:nvSpPr>
          <p:cNvPr id="7" name="內容版面配置區 2">
            <a:extLst>
              <a:ext uri="{FF2B5EF4-FFF2-40B4-BE49-F238E27FC236}">
                <a16:creationId xmlns:a16="http://schemas.microsoft.com/office/drawing/2014/main" xmlns="" id="{0B276ED0-713E-27AF-215F-7358348D77F5}"/>
              </a:ext>
            </a:extLst>
          </p:cNvPr>
          <p:cNvSpPr>
            <a:spLocks noGrp="1"/>
          </p:cNvSpPr>
          <p:nvPr>
            <p:ph idx="1" hasCustomPrompt="1"/>
          </p:nvPr>
        </p:nvSpPr>
        <p:spPr>
          <a:xfrm>
            <a:off x="361950" y="1214651"/>
            <a:ext cx="11645100" cy="5088334"/>
          </a:xfrm>
          <a:prstGeom prst="rect">
            <a:avLst/>
          </a:prstGeom>
        </p:spPr>
        <p:txBody>
          <a:bodyPr/>
          <a:lstStyle>
            <a:lvl1pPr marL="457200" indent="-457200">
              <a:lnSpc>
                <a:spcPct val="100000"/>
              </a:lnSpc>
              <a:buFont typeface="Wingdings" panose="05000000000000000000" pitchFamily="2" charset="2"/>
              <a:buChar char="Ø"/>
              <a:defRPr sz="3200" b="0" i="0" baseline="0">
                <a:solidFill>
                  <a:schemeClr val="tx1"/>
                </a:solidFill>
                <a:latin typeface="+mn-lt"/>
                <a:ea typeface="微軟正黑體" panose="020B0604030504040204" pitchFamily="34" charset="-120"/>
              </a:defRPr>
            </a:lvl1pPr>
            <a:lvl2pPr marL="914400" indent="-457200">
              <a:lnSpc>
                <a:spcPct val="100000"/>
              </a:lnSpc>
              <a:buFont typeface="Wingdings" panose="05000000000000000000" pitchFamily="2" charset="2"/>
              <a:buChar char="p"/>
              <a:defRPr sz="2800" b="0" i="0" baseline="0">
                <a:solidFill>
                  <a:schemeClr val="tx1"/>
                </a:solidFill>
                <a:latin typeface="+mn-lt"/>
                <a:ea typeface="微軟正黑體" panose="020B0604030504040204" pitchFamily="34" charset="-120"/>
              </a:defRPr>
            </a:lvl2pPr>
            <a:lvl3pPr marL="1257300" indent="-342900">
              <a:lnSpc>
                <a:spcPct val="100000"/>
              </a:lnSpc>
              <a:buFont typeface="Arial" panose="020B0604020202020204" pitchFamily="34" charset="0"/>
              <a:buChar char="•"/>
              <a:defRPr sz="2400" b="0" i="0" baseline="0">
                <a:solidFill>
                  <a:schemeClr val="tx1"/>
                </a:solidFill>
                <a:latin typeface="+mn-lt"/>
                <a:ea typeface="微軟正黑體" panose="020B0604030504040204" pitchFamily="34" charset="-120"/>
              </a:defRPr>
            </a:lvl3pPr>
            <a:lvl4pPr marL="1371600" indent="0">
              <a:lnSpc>
                <a:spcPct val="100000"/>
              </a:lnSpc>
              <a:buNone/>
              <a:defRPr sz="2000" b="0" i="0" baseline="0">
                <a:solidFill>
                  <a:schemeClr val="tx1"/>
                </a:solidFill>
                <a:latin typeface="Microsoft YaHei" panose="020B0503020204020204" pitchFamily="34" charset="-122"/>
                <a:ea typeface="Microsoft YaHei" panose="020B0503020204020204" pitchFamily="34" charset="-122"/>
              </a:defRPr>
            </a:lvl4pPr>
            <a:lvl5pPr marL="1828800" indent="0">
              <a:lnSpc>
                <a:spcPct val="100000"/>
              </a:lnSpc>
              <a:buNone/>
              <a:defRPr sz="1800" b="0" i="0" baseline="0">
                <a:solidFill>
                  <a:schemeClr val="tx1"/>
                </a:solidFill>
                <a:latin typeface="Microsoft YaHei" panose="020B0503020204020204" pitchFamily="34" charset="-122"/>
                <a:ea typeface="Microsoft YaHei" panose="020B0503020204020204" pitchFamily="34" charset="-122"/>
              </a:defRPr>
            </a:lvl5pPr>
          </a:lstStyle>
          <a:p>
            <a:pPr lvl="0"/>
            <a:r>
              <a:rPr lang="zh-TW" altLang="en-US" dirty="0"/>
              <a:t>第一層</a:t>
            </a:r>
            <a:r>
              <a:rPr lang="en-US" altLang="zh-TW" dirty="0"/>
              <a:t>32pt</a:t>
            </a:r>
            <a:endParaRPr lang="zh-TW" altLang="en-US" dirty="0"/>
          </a:p>
          <a:p>
            <a:pPr lvl="1"/>
            <a:r>
              <a:rPr lang="zh-TW" altLang="en-US" dirty="0"/>
              <a:t>第二層</a:t>
            </a:r>
            <a:r>
              <a:rPr lang="en-US" altLang="zh-TW" dirty="0"/>
              <a:t>28pt</a:t>
            </a:r>
            <a:endParaRPr lang="zh-TW" altLang="en-US" dirty="0"/>
          </a:p>
          <a:p>
            <a:pPr lvl="2"/>
            <a:r>
              <a:rPr lang="zh-TW" altLang="en-US" dirty="0"/>
              <a:t>第三層</a:t>
            </a:r>
            <a:r>
              <a:rPr lang="en-US" altLang="zh-TW" dirty="0"/>
              <a:t>24pt</a:t>
            </a:r>
            <a:endParaRPr lang="zh-TW" altLang="en-US" dirty="0"/>
          </a:p>
        </p:txBody>
      </p:sp>
      <p:sp>
        <p:nvSpPr>
          <p:cNvPr id="4" name="文字版面配置區 14">
            <a:extLst>
              <a:ext uri="{FF2B5EF4-FFF2-40B4-BE49-F238E27FC236}">
                <a16:creationId xmlns:a16="http://schemas.microsoft.com/office/drawing/2014/main" xmlns="" id="{66E4964E-72CE-34D5-255A-0C1DFF5CAFBF}"/>
              </a:ext>
            </a:extLst>
          </p:cNvPr>
          <p:cNvSpPr>
            <a:spLocks noGrp="1"/>
          </p:cNvSpPr>
          <p:nvPr>
            <p:ph type="body" sz="quarter" idx="10" hasCustomPrompt="1"/>
          </p:nvPr>
        </p:nvSpPr>
        <p:spPr>
          <a:xfrm>
            <a:off x="361950" y="6473108"/>
            <a:ext cx="10800000" cy="347626"/>
          </a:xfrm>
          <a:prstGeom prst="rect">
            <a:avLst/>
          </a:prstGeom>
        </p:spPr>
        <p:txBody>
          <a:bodyPr lIns="0" tIns="0" rIns="0" bIns="0" anchor="ctr"/>
          <a:lstStyle>
            <a:lvl1pPr marL="0" indent="0">
              <a:buNone/>
              <a:defRPr sz="1000" baseline="0">
                <a:solidFill>
                  <a:schemeClr val="tx1"/>
                </a:solidFill>
                <a:latin typeface="+mn-lt"/>
                <a:ea typeface="微軟正黑體" panose="020B0604030504040204" pitchFamily="34" charset="-120"/>
              </a:defRPr>
            </a:lvl1pPr>
            <a:lvl2pPr marL="457200" indent="0">
              <a:buNone/>
              <a:defRPr sz="1200" baseline="0">
                <a:solidFill>
                  <a:schemeClr val="bg1"/>
                </a:solidFill>
                <a:latin typeface="Calibri" panose="020F0502020204030204" pitchFamily="34" charset="0"/>
                <a:ea typeface="Microsoft YaHei" panose="020B0503020204020204" pitchFamily="34" charset="-122"/>
              </a:defRPr>
            </a:lvl2pPr>
            <a:lvl3pPr marL="914400" indent="0">
              <a:buNone/>
              <a:defRPr sz="1200" baseline="0">
                <a:solidFill>
                  <a:schemeClr val="bg1"/>
                </a:solidFill>
                <a:latin typeface="Calibri" panose="020F0502020204030204" pitchFamily="34" charset="0"/>
                <a:ea typeface="Microsoft YaHei" panose="020B0503020204020204" pitchFamily="34" charset="-122"/>
              </a:defRPr>
            </a:lvl3pPr>
            <a:lvl4pPr marL="1371600" indent="0">
              <a:buNone/>
              <a:defRPr sz="1200" baseline="0">
                <a:solidFill>
                  <a:schemeClr val="bg1"/>
                </a:solidFill>
                <a:latin typeface="Calibri" panose="020F0502020204030204" pitchFamily="34" charset="0"/>
                <a:ea typeface="Microsoft YaHei" panose="020B0503020204020204" pitchFamily="34" charset="-122"/>
              </a:defRPr>
            </a:lvl4pPr>
            <a:lvl5pPr marL="1828800" indent="0">
              <a:buNone/>
              <a:defRPr sz="1200" baseline="0">
                <a:solidFill>
                  <a:schemeClr val="bg1"/>
                </a:solidFill>
                <a:latin typeface="Calibri" panose="020F0502020204030204" pitchFamily="34" charset="0"/>
                <a:ea typeface="Microsoft YaHei" panose="020B0503020204020204" pitchFamily="34" charset="-122"/>
              </a:defRPr>
            </a:lvl5pPr>
          </a:lstStyle>
          <a:p>
            <a:pPr lvl="0"/>
            <a:r>
              <a:rPr lang="zh-TW" altLang="en-US" dirty="0"/>
              <a:t>引述資料來源 西元日期</a:t>
            </a:r>
          </a:p>
        </p:txBody>
      </p:sp>
      <p:sp>
        <p:nvSpPr>
          <p:cNvPr id="5" name="投影片編號版面配置區 5">
            <a:extLst>
              <a:ext uri="{FF2B5EF4-FFF2-40B4-BE49-F238E27FC236}">
                <a16:creationId xmlns:a16="http://schemas.microsoft.com/office/drawing/2014/main" xmlns="" id="{39298BBD-EB48-E4B8-646D-AE286986930A}"/>
              </a:ext>
            </a:extLst>
          </p:cNvPr>
          <p:cNvSpPr>
            <a:spLocks noGrp="1"/>
          </p:cNvSpPr>
          <p:nvPr>
            <p:ph type="sldNum" sz="quarter" idx="12"/>
          </p:nvPr>
        </p:nvSpPr>
        <p:spPr>
          <a:xfrm>
            <a:off x="73950" y="6473108"/>
            <a:ext cx="288000" cy="347626"/>
          </a:xfrm>
          <a:prstGeom prst="rect">
            <a:avLst/>
          </a:prstGeom>
        </p:spPr>
        <p:txBody>
          <a:bodyPr lIns="0" tIns="0" rIns="0" bIns="0" anchor="ctr"/>
          <a:lstStyle>
            <a:lvl1pPr algn="r">
              <a:defRPr sz="1000" b="0" i="0">
                <a:solidFill>
                  <a:schemeClr val="bg1">
                    <a:lumMod val="65000"/>
                  </a:schemeClr>
                </a:solidFill>
                <a:latin typeface="Microsoft JhengHei" panose="020B0604030504040204" pitchFamily="34" charset="-120"/>
                <a:ea typeface="Microsoft JhengHei" panose="020B0604030504040204" pitchFamily="34" charset="-120"/>
                <a:cs typeface="Calibri" panose="020F0502020204030204" pitchFamily="34" charset="0"/>
              </a:defRPr>
            </a:lvl1pPr>
          </a:lstStyle>
          <a:p>
            <a:pPr>
              <a:defRPr/>
            </a:pPr>
            <a:fld id="{F5001EEF-C424-4B42-B687-322AC81C41E8}" type="slidenum">
              <a:rPr lang="zh-TW" altLang="en-US" smtClean="0">
                <a:solidFill>
                  <a:srgbClr val="FFFFFF">
                    <a:lumMod val="65000"/>
                  </a:srgbClr>
                </a:solidFill>
              </a:rPr>
              <a:pPr>
                <a:defRPr/>
              </a:pPr>
              <a:t>‹#›</a:t>
            </a:fld>
            <a:endParaRPr lang="zh-TW" altLang="en-US" dirty="0">
              <a:solidFill>
                <a:srgbClr val="FFFFFF">
                  <a:lumMod val="65000"/>
                </a:srgbClr>
              </a:solidFill>
            </a:endParaRPr>
          </a:p>
        </p:txBody>
      </p:sp>
    </p:spTree>
    <p:extLst>
      <p:ext uri="{BB962C8B-B14F-4D97-AF65-F5344CB8AC3E}">
        <p14:creationId xmlns:p14="http://schemas.microsoft.com/office/powerpoint/2010/main" val="14522052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內容頁_V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標題 1"/>
          <p:cNvSpPr>
            <a:spLocks noGrp="1"/>
          </p:cNvSpPr>
          <p:nvPr>
            <p:ph type="title" hasCustomPrompt="1"/>
          </p:nvPr>
        </p:nvSpPr>
        <p:spPr>
          <a:xfrm>
            <a:off x="641445" y="365126"/>
            <a:ext cx="11340000" cy="676866"/>
          </a:xfrm>
          <a:prstGeom prst="rect">
            <a:avLst/>
          </a:prstGeom>
        </p:spPr>
        <p:txBody>
          <a:bodyPr anchor="ctr"/>
          <a:lstStyle>
            <a:lvl1pPr>
              <a:defRPr sz="3600" b="1" i="0" spc="100" baseline="0">
                <a:latin typeface="+mn-lt"/>
                <a:ea typeface="微軟正黑體" panose="020B0604030504040204" pitchFamily="34" charset="-120"/>
              </a:defRPr>
            </a:lvl1pPr>
          </a:lstStyle>
          <a:p>
            <a:r>
              <a:rPr lang="zh-TW" altLang="en-US" dirty="0"/>
              <a:t>標題內容</a:t>
            </a:r>
            <a:r>
              <a:rPr lang="en-US" altLang="zh-TW" dirty="0"/>
              <a:t>36pt</a:t>
            </a:r>
            <a:endParaRPr lang="zh-TW" altLang="en-US" dirty="0"/>
          </a:p>
        </p:txBody>
      </p:sp>
      <p:sp>
        <p:nvSpPr>
          <p:cNvPr id="7" name="內容版面配置區 2">
            <a:extLst>
              <a:ext uri="{FF2B5EF4-FFF2-40B4-BE49-F238E27FC236}">
                <a16:creationId xmlns:a16="http://schemas.microsoft.com/office/drawing/2014/main" xmlns="" id="{0B276ED0-713E-27AF-215F-7358348D77F5}"/>
              </a:ext>
            </a:extLst>
          </p:cNvPr>
          <p:cNvSpPr>
            <a:spLocks noGrp="1"/>
          </p:cNvSpPr>
          <p:nvPr>
            <p:ph idx="1" hasCustomPrompt="1"/>
          </p:nvPr>
        </p:nvSpPr>
        <p:spPr>
          <a:xfrm>
            <a:off x="361950" y="1214651"/>
            <a:ext cx="11645100" cy="5088334"/>
          </a:xfrm>
          <a:prstGeom prst="rect">
            <a:avLst/>
          </a:prstGeom>
        </p:spPr>
        <p:txBody>
          <a:bodyPr/>
          <a:lstStyle>
            <a:lvl1pPr marL="457200" indent="-457200">
              <a:lnSpc>
                <a:spcPct val="100000"/>
              </a:lnSpc>
              <a:buFont typeface="Wingdings" panose="05000000000000000000" pitchFamily="2" charset="2"/>
              <a:buChar char="Ø"/>
              <a:defRPr sz="3200" b="0" i="0" baseline="0">
                <a:solidFill>
                  <a:schemeClr val="tx1"/>
                </a:solidFill>
                <a:latin typeface="+mn-lt"/>
                <a:ea typeface="微軟正黑體" panose="020B0604030504040204" pitchFamily="34" charset="-120"/>
              </a:defRPr>
            </a:lvl1pPr>
            <a:lvl2pPr marL="914400" indent="-457200">
              <a:lnSpc>
                <a:spcPct val="100000"/>
              </a:lnSpc>
              <a:buFont typeface="Wingdings" panose="05000000000000000000" pitchFamily="2" charset="2"/>
              <a:buChar char="p"/>
              <a:defRPr sz="2800" b="0" i="0" baseline="0">
                <a:solidFill>
                  <a:schemeClr val="tx1"/>
                </a:solidFill>
                <a:latin typeface="+mn-lt"/>
                <a:ea typeface="微軟正黑體" panose="020B0604030504040204" pitchFamily="34" charset="-120"/>
              </a:defRPr>
            </a:lvl2pPr>
            <a:lvl3pPr marL="1257300" indent="-342900">
              <a:lnSpc>
                <a:spcPct val="100000"/>
              </a:lnSpc>
              <a:buFont typeface="Arial" panose="020B0604020202020204" pitchFamily="34" charset="0"/>
              <a:buChar char="•"/>
              <a:defRPr sz="2400" b="0" i="0" baseline="0">
                <a:solidFill>
                  <a:schemeClr val="tx1"/>
                </a:solidFill>
                <a:latin typeface="+mn-lt"/>
                <a:ea typeface="微軟正黑體" panose="020B0604030504040204" pitchFamily="34" charset="-120"/>
              </a:defRPr>
            </a:lvl3pPr>
            <a:lvl4pPr marL="1371600" indent="0">
              <a:lnSpc>
                <a:spcPct val="100000"/>
              </a:lnSpc>
              <a:buNone/>
              <a:defRPr sz="2000" b="0" i="0" baseline="0">
                <a:solidFill>
                  <a:schemeClr val="tx1"/>
                </a:solidFill>
                <a:latin typeface="Microsoft YaHei" panose="020B0503020204020204" pitchFamily="34" charset="-122"/>
                <a:ea typeface="Microsoft YaHei" panose="020B0503020204020204" pitchFamily="34" charset="-122"/>
              </a:defRPr>
            </a:lvl4pPr>
            <a:lvl5pPr marL="1828800" indent="0">
              <a:lnSpc>
                <a:spcPct val="100000"/>
              </a:lnSpc>
              <a:buNone/>
              <a:defRPr sz="1800" b="0" i="0" baseline="0">
                <a:solidFill>
                  <a:schemeClr val="tx1"/>
                </a:solidFill>
                <a:latin typeface="Microsoft YaHei" panose="020B0503020204020204" pitchFamily="34" charset="-122"/>
                <a:ea typeface="Microsoft YaHei" panose="020B0503020204020204" pitchFamily="34" charset="-122"/>
              </a:defRPr>
            </a:lvl5pPr>
          </a:lstStyle>
          <a:p>
            <a:pPr lvl="0"/>
            <a:r>
              <a:rPr lang="zh-TW" altLang="en-US" dirty="0"/>
              <a:t>第一層</a:t>
            </a:r>
            <a:r>
              <a:rPr lang="en-US" altLang="zh-TW" dirty="0"/>
              <a:t>32pt</a:t>
            </a:r>
            <a:endParaRPr lang="zh-TW" altLang="en-US" dirty="0"/>
          </a:p>
          <a:p>
            <a:pPr lvl="1"/>
            <a:r>
              <a:rPr lang="zh-TW" altLang="en-US" dirty="0"/>
              <a:t>第二層</a:t>
            </a:r>
            <a:r>
              <a:rPr lang="en-US" altLang="zh-TW" dirty="0"/>
              <a:t>28pt</a:t>
            </a:r>
            <a:endParaRPr lang="zh-TW" altLang="en-US" dirty="0"/>
          </a:p>
          <a:p>
            <a:pPr lvl="2"/>
            <a:r>
              <a:rPr lang="zh-TW" altLang="en-US" dirty="0"/>
              <a:t>第三層</a:t>
            </a:r>
            <a:r>
              <a:rPr lang="en-US" altLang="zh-TW" dirty="0"/>
              <a:t>24pt</a:t>
            </a:r>
            <a:endParaRPr lang="zh-TW" altLang="en-US" dirty="0"/>
          </a:p>
        </p:txBody>
      </p:sp>
      <p:sp>
        <p:nvSpPr>
          <p:cNvPr id="4" name="文字版面配置區 14">
            <a:extLst>
              <a:ext uri="{FF2B5EF4-FFF2-40B4-BE49-F238E27FC236}">
                <a16:creationId xmlns:a16="http://schemas.microsoft.com/office/drawing/2014/main" xmlns="" id="{66E4964E-72CE-34D5-255A-0C1DFF5CAFBF}"/>
              </a:ext>
            </a:extLst>
          </p:cNvPr>
          <p:cNvSpPr>
            <a:spLocks noGrp="1"/>
          </p:cNvSpPr>
          <p:nvPr>
            <p:ph type="body" sz="quarter" idx="10" hasCustomPrompt="1"/>
          </p:nvPr>
        </p:nvSpPr>
        <p:spPr>
          <a:xfrm>
            <a:off x="1746913" y="6473108"/>
            <a:ext cx="9415036" cy="347626"/>
          </a:xfrm>
          <a:prstGeom prst="rect">
            <a:avLst/>
          </a:prstGeom>
        </p:spPr>
        <p:txBody>
          <a:bodyPr lIns="0" tIns="0" rIns="0" bIns="0" anchor="ctr"/>
          <a:lstStyle>
            <a:lvl1pPr marL="0" indent="0">
              <a:buNone/>
              <a:defRPr sz="1000" baseline="0">
                <a:solidFill>
                  <a:schemeClr val="tx1"/>
                </a:solidFill>
                <a:latin typeface="+mn-lt"/>
                <a:ea typeface="微軟正黑體" panose="020B0604030504040204" pitchFamily="34" charset="-120"/>
              </a:defRPr>
            </a:lvl1pPr>
            <a:lvl2pPr marL="457200" indent="0">
              <a:buNone/>
              <a:defRPr sz="1200" baseline="0">
                <a:solidFill>
                  <a:schemeClr val="bg1"/>
                </a:solidFill>
                <a:latin typeface="Calibri" panose="020F0502020204030204" pitchFamily="34" charset="0"/>
                <a:ea typeface="Microsoft YaHei" panose="020B0503020204020204" pitchFamily="34" charset="-122"/>
              </a:defRPr>
            </a:lvl2pPr>
            <a:lvl3pPr marL="914400" indent="0">
              <a:buNone/>
              <a:defRPr sz="1200" baseline="0">
                <a:solidFill>
                  <a:schemeClr val="bg1"/>
                </a:solidFill>
                <a:latin typeface="Calibri" panose="020F0502020204030204" pitchFamily="34" charset="0"/>
                <a:ea typeface="Microsoft YaHei" panose="020B0503020204020204" pitchFamily="34" charset="-122"/>
              </a:defRPr>
            </a:lvl3pPr>
            <a:lvl4pPr marL="1371600" indent="0">
              <a:buNone/>
              <a:defRPr sz="1200" baseline="0">
                <a:solidFill>
                  <a:schemeClr val="bg1"/>
                </a:solidFill>
                <a:latin typeface="Calibri" panose="020F0502020204030204" pitchFamily="34" charset="0"/>
                <a:ea typeface="Microsoft YaHei" panose="020B0503020204020204" pitchFamily="34" charset="-122"/>
              </a:defRPr>
            </a:lvl4pPr>
            <a:lvl5pPr marL="1828800" indent="0">
              <a:buNone/>
              <a:defRPr sz="1200" baseline="0">
                <a:solidFill>
                  <a:schemeClr val="bg1"/>
                </a:solidFill>
                <a:latin typeface="Calibri" panose="020F0502020204030204" pitchFamily="34" charset="0"/>
                <a:ea typeface="Microsoft YaHei" panose="020B0503020204020204" pitchFamily="34" charset="-122"/>
              </a:defRPr>
            </a:lvl5pPr>
          </a:lstStyle>
          <a:p>
            <a:pPr lvl="0"/>
            <a:r>
              <a:rPr lang="zh-TW" altLang="en-US" dirty="0"/>
              <a:t>資料引述時間</a:t>
            </a:r>
          </a:p>
        </p:txBody>
      </p:sp>
      <p:sp>
        <p:nvSpPr>
          <p:cNvPr id="5" name="投影片編號版面配置區 5">
            <a:extLst>
              <a:ext uri="{FF2B5EF4-FFF2-40B4-BE49-F238E27FC236}">
                <a16:creationId xmlns:a16="http://schemas.microsoft.com/office/drawing/2014/main" xmlns="" id="{39298BBD-EB48-E4B8-646D-AE286986930A}"/>
              </a:ext>
            </a:extLst>
          </p:cNvPr>
          <p:cNvSpPr>
            <a:spLocks noGrp="1"/>
          </p:cNvSpPr>
          <p:nvPr>
            <p:ph type="sldNum" sz="quarter" idx="12"/>
          </p:nvPr>
        </p:nvSpPr>
        <p:spPr>
          <a:xfrm>
            <a:off x="73950" y="6473108"/>
            <a:ext cx="288000" cy="347626"/>
          </a:xfrm>
          <a:prstGeom prst="rect">
            <a:avLst/>
          </a:prstGeom>
        </p:spPr>
        <p:txBody>
          <a:bodyPr lIns="0" tIns="0" rIns="0" bIns="0" anchor="ctr"/>
          <a:lstStyle>
            <a:lvl1pPr algn="r">
              <a:defRPr sz="1000" b="0" i="0">
                <a:solidFill>
                  <a:schemeClr val="bg1">
                    <a:lumMod val="65000"/>
                  </a:schemeClr>
                </a:solidFill>
                <a:latin typeface="Microsoft JhengHei" panose="020B0604030504040204" pitchFamily="34" charset="-120"/>
                <a:ea typeface="Microsoft JhengHei" panose="020B0604030504040204" pitchFamily="34" charset="-120"/>
                <a:cs typeface="Calibri" panose="020F0502020204030204" pitchFamily="34" charset="0"/>
              </a:defRPr>
            </a:lvl1pPr>
          </a:lstStyle>
          <a:p>
            <a:pPr>
              <a:defRPr/>
            </a:pPr>
            <a:fld id="{F5001EEF-C424-4B42-B687-322AC81C41E8}" type="slidenum">
              <a:rPr lang="zh-TW" altLang="en-US" smtClean="0">
                <a:solidFill>
                  <a:srgbClr val="FFFFFF">
                    <a:lumMod val="65000"/>
                  </a:srgbClr>
                </a:solidFill>
              </a:rPr>
              <a:pPr>
                <a:defRPr/>
              </a:pPr>
              <a:t>‹#›</a:t>
            </a:fld>
            <a:endParaRPr lang="zh-TW" altLang="en-US" dirty="0">
              <a:solidFill>
                <a:srgbClr val="FFFFFF">
                  <a:lumMod val="65000"/>
                </a:srgbClr>
              </a:solidFill>
            </a:endParaRPr>
          </a:p>
        </p:txBody>
      </p:sp>
      <p:sp>
        <p:nvSpPr>
          <p:cNvPr id="3" name="文字方塊 2"/>
          <p:cNvSpPr txBox="1"/>
          <p:nvPr userDrawn="1"/>
        </p:nvSpPr>
        <p:spPr>
          <a:xfrm>
            <a:off x="361950" y="6523810"/>
            <a:ext cx="1502334" cy="246221"/>
          </a:xfrm>
          <a:prstGeom prst="rect">
            <a:avLst/>
          </a:prstGeom>
          <a:noFill/>
        </p:spPr>
        <p:txBody>
          <a:bodyPr wrap="none" rtlCol="0">
            <a:spAutoFit/>
          </a:bodyPr>
          <a:lstStyle/>
          <a:p>
            <a:pPr>
              <a:defRPr/>
            </a:pPr>
            <a:r>
              <a:rPr lang="zh-TW" altLang="en-US" sz="1000" dirty="0">
                <a:solidFill>
                  <a:srgbClr val="262626"/>
                </a:solidFill>
                <a:latin typeface="Calibri" panose="020F0502020204030204"/>
                <a:ea typeface="微軟正黑體" panose="020B0604030504040204" pitchFamily="34" charset="-120"/>
              </a:rPr>
              <a:t>資料來源：</a:t>
            </a:r>
            <a:r>
              <a:rPr lang="en-US" altLang="zh-TW" sz="1000" dirty="0">
                <a:solidFill>
                  <a:srgbClr val="262626"/>
                </a:solidFill>
                <a:latin typeface="Calibri" panose="020F0502020204030204"/>
                <a:ea typeface="微軟正黑體" panose="020B0604030504040204" pitchFamily="34" charset="-120"/>
              </a:rPr>
              <a:t>DIGITIMES</a:t>
            </a:r>
            <a:r>
              <a:rPr lang="zh-TW" altLang="en-US" sz="1000" dirty="0">
                <a:solidFill>
                  <a:srgbClr val="262626"/>
                </a:solidFill>
                <a:latin typeface="Calibri" panose="020F0502020204030204"/>
                <a:ea typeface="微軟正黑體" panose="020B0604030504040204" pitchFamily="34" charset="-120"/>
              </a:rPr>
              <a:t>，</a:t>
            </a:r>
          </a:p>
        </p:txBody>
      </p:sp>
    </p:spTree>
    <p:extLst>
      <p:ext uri="{BB962C8B-B14F-4D97-AF65-F5344CB8AC3E}">
        <p14:creationId xmlns:p14="http://schemas.microsoft.com/office/powerpoint/2010/main" val="16695859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內容頁_V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標題 1"/>
          <p:cNvSpPr>
            <a:spLocks noGrp="1"/>
          </p:cNvSpPr>
          <p:nvPr>
            <p:ph type="title" hasCustomPrompt="1"/>
          </p:nvPr>
        </p:nvSpPr>
        <p:spPr>
          <a:xfrm>
            <a:off x="641444" y="365126"/>
            <a:ext cx="5472000" cy="676866"/>
          </a:xfrm>
          <a:prstGeom prst="rect">
            <a:avLst/>
          </a:prstGeom>
        </p:spPr>
        <p:txBody>
          <a:bodyPr anchor="ctr"/>
          <a:lstStyle>
            <a:lvl1pPr>
              <a:defRPr sz="3200" b="1" i="0" spc="100" baseline="0">
                <a:latin typeface="+mn-lt"/>
                <a:ea typeface="微軟正黑體" panose="020B0604030504040204" pitchFamily="34" charset="-120"/>
              </a:defRPr>
            </a:lvl1pPr>
          </a:lstStyle>
          <a:p>
            <a:r>
              <a:rPr lang="zh-TW" altLang="en-US" dirty="0"/>
              <a:t>標題內容</a:t>
            </a:r>
            <a:r>
              <a:rPr lang="en-US" altLang="zh-TW" dirty="0"/>
              <a:t>32pt</a:t>
            </a:r>
            <a:endParaRPr lang="zh-TW" altLang="en-US" dirty="0"/>
          </a:p>
        </p:txBody>
      </p:sp>
      <p:sp>
        <p:nvSpPr>
          <p:cNvPr id="7" name="內容版面配置區 2">
            <a:extLst>
              <a:ext uri="{FF2B5EF4-FFF2-40B4-BE49-F238E27FC236}">
                <a16:creationId xmlns:a16="http://schemas.microsoft.com/office/drawing/2014/main" xmlns="" id="{0B276ED0-713E-27AF-215F-7358348D77F5}"/>
              </a:ext>
            </a:extLst>
          </p:cNvPr>
          <p:cNvSpPr>
            <a:spLocks noGrp="1"/>
          </p:cNvSpPr>
          <p:nvPr>
            <p:ph idx="1" hasCustomPrompt="1"/>
          </p:nvPr>
        </p:nvSpPr>
        <p:spPr>
          <a:xfrm>
            <a:off x="361950" y="1212725"/>
            <a:ext cx="5734050" cy="5090260"/>
          </a:xfrm>
          <a:prstGeom prst="rect">
            <a:avLst/>
          </a:prstGeom>
        </p:spPr>
        <p:txBody>
          <a:bodyPr lIns="90000"/>
          <a:lstStyle>
            <a:lvl1pPr marL="457200" indent="-457200">
              <a:lnSpc>
                <a:spcPct val="100000"/>
              </a:lnSpc>
              <a:buFont typeface="Wingdings" panose="05000000000000000000" pitchFamily="2" charset="2"/>
              <a:buChar char="Ø"/>
              <a:defRPr sz="2800" b="0" i="0" baseline="0">
                <a:solidFill>
                  <a:schemeClr val="tx1"/>
                </a:solidFill>
                <a:latin typeface="+mn-lt"/>
                <a:ea typeface="微軟正黑體" panose="020B0604030504040204" pitchFamily="34" charset="-120"/>
              </a:defRPr>
            </a:lvl1pPr>
            <a:lvl2pPr marL="800100" indent="-342900">
              <a:lnSpc>
                <a:spcPct val="100000"/>
              </a:lnSpc>
              <a:buFont typeface="Wingdings" panose="05000000000000000000" pitchFamily="2" charset="2"/>
              <a:buChar char="n"/>
              <a:defRPr sz="2400" b="0" i="0" baseline="0">
                <a:solidFill>
                  <a:schemeClr val="tx1"/>
                </a:solidFill>
                <a:latin typeface="+mn-lt"/>
                <a:ea typeface="微軟正黑體" panose="020B0604030504040204" pitchFamily="34" charset="-120"/>
              </a:defRPr>
            </a:lvl2pPr>
            <a:lvl3pPr marL="1257300" indent="-342900">
              <a:lnSpc>
                <a:spcPct val="100000"/>
              </a:lnSpc>
              <a:buFont typeface="Wingdings" panose="05000000000000000000" pitchFamily="2" charset="2"/>
              <a:buChar char="p"/>
              <a:defRPr sz="2000" b="0" i="0" baseline="0">
                <a:solidFill>
                  <a:schemeClr val="tx1"/>
                </a:solidFill>
                <a:latin typeface="+mn-lt"/>
                <a:ea typeface="微軟正黑體" panose="020B0604030504040204" pitchFamily="34" charset="-120"/>
              </a:defRPr>
            </a:lvl3pPr>
            <a:lvl4pPr marL="1657350" indent="-285750">
              <a:lnSpc>
                <a:spcPct val="100000"/>
              </a:lnSpc>
              <a:buFont typeface="Arial" panose="020B0604020202020204" pitchFamily="34" charset="0"/>
              <a:buChar char="•"/>
              <a:defRPr sz="1800" b="0" i="0" baseline="0">
                <a:solidFill>
                  <a:schemeClr val="tx1"/>
                </a:solidFill>
                <a:latin typeface="+mn-lt"/>
                <a:ea typeface="微軟正黑體" panose="020B0604030504040204" pitchFamily="34" charset="-120"/>
              </a:defRPr>
            </a:lvl4pPr>
            <a:lvl5pPr marL="1828800" indent="0">
              <a:lnSpc>
                <a:spcPct val="100000"/>
              </a:lnSpc>
              <a:buNone/>
              <a:defRPr sz="1600" b="0" i="0" baseline="0">
                <a:solidFill>
                  <a:schemeClr val="tx1"/>
                </a:solidFill>
                <a:latin typeface="+mn-lt"/>
                <a:ea typeface="微軟正黑體" panose="020B0604030504040204" pitchFamily="34" charset="-120"/>
              </a:defRPr>
            </a:lvl5pPr>
          </a:lstStyle>
          <a:p>
            <a:pPr lvl="0"/>
            <a:r>
              <a:rPr lang="zh-TW" altLang="en-US" dirty="0"/>
              <a:t>第一層</a:t>
            </a:r>
            <a:r>
              <a:rPr lang="en-US" altLang="zh-TW" dirty="0"/>
              <a:t>28pt</a:t>
            </a:r>
            <a:endParaRPr lang="zh-TW" altLang="en-US" dirty="0"/>
          </a:p>
          <a:p>
            <a:pPr lvl="1"/>
            <a:r>
              <a:rPr lang="zh-TW" altLang="en-US" dirty="0"/>
              <a:t>第二層</a:t>
            </a:r>
            <a:r>
              <a:rPr lang="en-US" altLang="zh-TW" dirty="0"/>
              <a:t>24pt</a:t>
            </a:r>
            <a:endParaRPr lang="zh-TW" altLang="en-US" dirty="0"/>
          </a:p>
          <a:p>
            <a:pPr lvl="2"/>
            <a:r>
              <a:rPr lang="zh-TW" altLang="en-US" dirty="0"/>
              <a:t>第三層</a:t>
            </a:r>
            <a:r>
              <a:rPr lang="en-US" altLang="zh-TW" dirty="0"/>
              <a:t>20pt</a:t>
            </a:r>
            <a:endParaRPr lang="zh-TW" altLang="en-US" dirty="0"/>
          </a:p>
          <a:p>
            <a:pPr lvl="3"/>
            <a:r>
              <a:rPr lang="zh-TW" altLang="en-US" dirty="0"/>
              <a:t>第四層</a:t>
            </a:r>
            <a:r>
              <a:rPr lang="en-US" altLang="zh-TW" dirty="0"/>
              <a:t>18pt</a:t>
            </a:r>
            <a:endParaRPr lang="zh-TW" altLang="en-US" dirty="0"/>
          </a:p>
        </p:txBody>
      </p:sp>
      <p:sp>
        <p:nvSpPr>
          <p:cNvPr id="9" name="圖片版面配置區 8">
            <a:extLst>
              <a:ext uri="{FF2B5EF4-FFF2-40B4-BE49-F238E27FC236}">
                <a16:creationId xmlns:a16="http://schemas.microsoft.com/office/drawing/2014/main" xmlns="" id="{B9926460-A43E-AA76-2BBA-8C91576FDAED}"/>
              </a:ext>
            </a:extLst>
          </p:cNvPr>
          <p:cNvSpPr>
            <a:spLocks noGrp="1"/>
          </p:cNvSpPr>
          <p:nvPr>
            <p:ph type="pic" sz="quarter" idx="13"/>
          </p:nvPr>
        </p:nvSpPr>
        <p:spPr>
          <a:xfrm>
            <a:off x="6272213" y="365126"/>
            <a:ext cx="5734050" cy="5937249"/>
          </a:xfrm>
          <a:prstGeom prst="rect">
            <a:avLst/>
          </a:prstGeom>
        </p:spPr>
        <p:txBody>
          <a:bodyPr/>
          <a:lstStyle>
            <a:lvl1pPr>
              <a:defRPr>
                <a:latin typeface="+mn-lt"/>
                <a:ea typeface="微軟正黑體" panose="020B0604030504040204" pitchFamily="34" charset="-120"/>
              </a:defRPr>
            </a:lvl1pPr>
          </a:lstStyle>
          <a:p>
            <a:endParaRPr kumimoji="1" lang="zh-TW" altLang="en-US" dirty="0"/>
          </a:p>
        </p:txBody>
      </p:sp>
      <p:sp>
        <p:nvSpPr>
          <p:cNvPr id="5" name="文字版面配置區 14">
            <a:extLst>
              <a:ext uri="{FF2B5EF4-FFF2-40B4-BE49-F238E27FC236}">
                <a16:creationId xmlns:a16="http://schemas.microsoft.com/office/drawing/2014/main" xmlns="" id="{ABDBEA39-6594-D5EA-4E53-EC99D50A33AE}"/>
              </a:ext>
            </a:extLst>
          </p:cNvPr>
          <p:cNvSpPr>
            <a:spLocks noGrp="1"/>
          </p:cNvSpPr>
          <p:nvPr>
            <p:ph type="body" sz="quarter" idx="10" hasCustomPrompt="1"/>
          </p:nvPr>
        </p:nvSpPr>
        <p:spPr>
          <a:xfrm>
            <a:off x="361950" y="6473108"/>
            <a:ext cx="10800000" cy="347626"/>
          </a:xfrm>
          <a:prstGeom prst="rect">
            <a:avLst/>
          </a:prstGeom>
        </p:spPr>
        <p:txBody>
          <a:bodyPr lIns="0" tIns="0" rIns="0" bIns="0" anchor="ctr"/>
          <a:lstStyle>
            <a:lvl1pPr marL="0" indent="0">
              <a:buNone/>
              <a:defRPr sz="1000" baseline="0">
                <a:solidFill>
                  <a:schemeClr val="tx1"/>
                </a:solidFill>
                <a:latin typeface="+mn-lt"/>
                <a:ea typeface="微軟正黑體" panose="020B0604030504040204" pitchFamily="34" charset="-120"/>
              </a:defRPr>
            </a:lvl1pPr>
            <a:lvl2pPr marL="457200" indent="0">
              <a:buNone/>
              <a:defRPr sz="1200" baseline="0">
                <a:solidFill>
                  <a:schemeClr val="bg1"/>
                </a:solidFill>
                <a:latin typeface="Calibri" panose="020F0502020204030204" pitchFamily="34" charset="0"/>
                <a:ea typeface="Microsoft YaHei" panose="020B0503020204020204" pitchFamily="34" charset="-122"/>
              </a:defRPr>
            </a:lvl2pPr>
            <a:lvl3pPr marL="914400" indent="0">
              <a:buNone/>
              <a:defRPr sz="1200" baseline="0">
                <a:solidFill>
                  <a:schemeClr val="bg1"/>
                </a:solidFill>
                <a:latin typeface="Calibri" panose="020F0502020204030204" pitchFamily="34" charset="0"/>
                <a:ea typeface="Microsoft YaHei" panose="020B0503020204020204" pitchFamily="34" charset="-122"/>
              </a:defRPr>
            </a:lvl3pPr>
            <a:lvl4pPr marL="1371600" indent="0">
              <a:buNone/>
              <a:defRPr sz="1200" baseline="0">
                <a:solidFill>
                  <a:schemeClr val="bg1"/>
                </a:solidFill>
                <a:latin typeface="Calibri" panose="020F0502020204030204" pitchFamily="34" charset="0"/>
                <a:ea typeface="Microsoft YaHei" panose="020B0503020204020204" pitchFamily="34" charset="-122"/>
              </a:defRPr>
            </a:lvl4pPr>
            <a:lvl5pPr marL="1828800" indent="0">
              <a:buNone/>
              <a:defRPr sz="1200" baseline="0">
                <a:solidFill>
                  <a:schemeClr val="bg1"/>
                </a:solidFill>
                <a:latin typeface="Calibri" panose="020F0502020204030204" pitchFamily="34" charset="0"/>
                <a:ea typeface="Microsoft YaHei" panose="020B0503020204020204" pitchFamily="34" charset="-122"/>
              </a:defRPr>
            </a:lvl5pPr>
          </a:lstStyle>
          <a:p>
            <a:pPr lvl="0"/>
            <a:r>
              <a:rPr lang="zh-TW" altLang="en-US" dirty="0"/>
              <a:t>引述資料來源 西元日期</a:t>
            </a:r>
          </a:p>
        </p:txBody>
      </p:sp>
      <p:sp>
        <p:nvSpPr>
          <p:cNvPr id="6" name="投影片編號版面配置區 5">
            <a:extLst>
              <a:ext uri="{FF2B5EF4-FFF2-40B4-BE49-F238E27FC236}">
                <a16:creationId xmlns:a16="http://schemas.microsoft.com/office/drawing/2014/main" xmlns="" id="{A3F83C4B-5AC8-A98B-58CA-CE27E12C8813}"/>
              </a:ext>
            </a:extLst>
          </p:cNvPr>
          <p:cNvSpPr>
            <a:spLocks noGrp="1"/>
          </p:cNvSpPr>
          <p:nvPr>
            <p:ph type="sldNum" sz="quarter" idx="12"/>
          </p:nvPr>
        </p:nvSpPr>
        <p:spPr>
          <a:xfrm>
            <a:off x="46075" y="6473108"/>
            <a:ext cx="288000" cy="347626"/>
          </a:xfrm>
          <a:prstGeom prst="rect">
            <a:avLst/>
          </a:prstGeom>
        </p:spPr>
        <p:txBody>
          <a:bodyPr lIns="0" tIns="0" rIns="0" bIns="0" anchor="ctr"/>
          <a:lstStyle>
            <a:lvl1pPr algn="r">
              <a:defRPr sz="1000" b="0" i="0">
                <a:solidFill>
                  <a:schemeClr val="bg1">
                    <a:lumMod val="65000"/>
                  </a:schemeClr>
                </a:solidFill>
                <a:latin typeface="Microsoft JhengHei" panose="020B0604030504040204" pitchFamily="34" charset="-120"/>
                <a:ea typeface="Microsoft JhengHei" panose="020B0604030504040204" pitchFamily="34" charset="-120"/>
                <a:cs typeface="Calibri" panose="020F0502020204030204" pitchFamily="34" charset="0"/>
              </a:defRPr>
            </a:lvl1pPr>
          </a:lstStyle>
          <a:p>
            <a:pPr>
              <a:defRPr/>
            </a:pPr>
            <a:fld id="{F5001EEF-C424-4B42-B687-322AC81C41E8}" type="slidenum">
              <a:rPr lang="zh-TW" altLang="en-US" smtClean="0">
                <a:solidFill>
                  <a:srgbClr val="FFFFFF">
                    <a:lumMod val="65000"/>
                  </a:srgbClr>
                </a:solidFill>
              </a:rPr>
              <a:pPr>
                <a:defRPr/>
              </a:pPr>
              <a:t>‹#›</a:t>
            </a:fld>
            <a:endParaRPr lang="zh-TW" altLang="en-US" dirty="0">
              <a:solidFill>
                <a:srgbClr val="FFFFFF">
                  <a:lumMod val="65000"/>
                </a:srgbClr>
              </a:solidFill>
            </a:endParaRPr>
          </a:p>
        </p:txBody>
      </p:sp>
    </p:spTree>
    <p:extLst>
      <p:ext uri="{BB962C8B-B14F-4D97-AF65-F5344CB8AC3E}">
        <p14:creationId xmlns:p14="http://schemas.microsoft.com/office/powerpoint/2010/main" val="2278924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結尾">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文字版面配置區 25">
            <a:extLst>
              <a:ext uri="{FF2B5EF4-FFF2-40B4-BE49-F238E27FC236}">
                <a16:creationId xmlns:a16="http://schemas.microsoft.com/office/drawing/2014/main" xmlns="" id="{3B2A1FBB-3298-E1DB-D69E-5969A8A2E11D}"/>
              </a:ext>
            </a:extLst>
          </p:cNvPr>
          <p:cNvSpPr>
            <a:spLocks noGrp="1"/>
          </p:cNvSpPr>
          <p:nvPr>
            <p:ph type="body" sz="quarter" idx="16" hasCustomPrompt="1"/>
          </p:nvPr>
        </p:nvSpPr>
        <p:spPr>
          <a:xfrm>
            <a:off x="8251825" y="5219128"/>
            <a:ext cx="3592513" cy="369332"/>
          </a:xfrm>
          <a:prstGeom prst="rect">
            <a:avLst/>
          </a:prstGeom>
        </p:spPr>
        <p:txBody>
          <a:bodyPr anchor="ctr"/>
          <a:lstStyle>
            <a:lvl1pPr marL="0" indent="0" algn="r">
              <a:buNone/>
              <a:defRPr sz="2000" b="1" i="0" spc="0" baseline="0">
                <a:solidFill>
                  <a:srgbClr val="F7A800"/>
                </a:solidFill>
                <a:latin typeface="+mn-lt"/>
                <a:ea typeface="微軟正黑體" panose="020B0604030504040204" pitchFamily="34" charset="-120"/>
              </a:defRPr>
            </a:lvl1pPr>
            <a:lvl2pPr algn="r">
              <a:defRPr sz="2000"/>
            </a:lvl2pPr>
            <a:lvl3pPr algn="r">
              <a:defRPr sz="2000"/>
            </a:lvl3pPr>
            <a:lvl4pPr algn="r">
              <a:defRPr sz="2000"/>
            </a:lvl4pPr>
            <a:lvl5pPr algn="r">
              <a:defRPr sz="2000"/>
            </a:lvl5pPr>
          </a:lstStyle>
          <a:p>
            <a:pPr lvl="0"/>
            <a:r>
              <a:rPr kumimoji="1" lang="zh-TW" altLang="en-US" dirty="0"/>
              <a:t>中文姓名 英文姓名</a:t>
            </a:r>
          </a:p>
        </p:txBody>
      </p:sp>
      <p:sp>
        <p:nvSpPr>
          <p:cNvPr id="6" name="文字版面配置區 25">
            <a:extLst>
              <a:ext uri="{FF2B5EF4-FFF2-40B4-BE49-F238E27FC236}">
                <a16:creationId xmlns:a16="http://schemas.microsoft.com/office/drawing/2014/main" xmlns="" id="{541EA9FE-26F2-C521-03C5-8A8264C2AD56}"/>
              </a:ext>
            </a:extLst>
          </p:cNvPr>
          <p:cNvSpPr>
            <a:spLocks noGrp="1"/>
          </p:cNvSpPr>
          <p:nvPr>
            <p:ph type="body" sz="quarter" idx="17" hasCustomPrompt="1"/>
          </p:nvPr>
        </p:nvSpPr>
        <p:spPr>
          <a:xfrm>
            <a:off x="8251197" y="5603020"/>
            <a:ext cx="3592513" cy="369332"/>
          </a:xfrm>
          <a:prstGeom prst="rect">
            <a:avLst/>
          </a:prstGeom>
        </p:spPr>
        <p:txBody>
          <a:bodyPr anchor="ctr"/>
          <a:lstStyle>
            <a:lvl1pPr marL="0" indent="0" algn="r">
              <a:buNone/>
              <a:defRPr sz="1800" b="0" i="0" spc="0" baseline="0">
                <a:solidFill>
                  <a:srgbClr val="1A1A1A"/>
                </a:solidFill>
                <a:latin typeface="+mn-lt"/>
                <a:ea typeface="微軟正黑體" panose="020B0604030504040204" pitchFamily="34" charset="-120"/>
              </a:defRPr>
            </a:lvl1pPr>
            <a:lvl2pPr algn="r">
              <a:defRPr sz="2000"/>
            </a:lvl2pPr>
            <a:lvl3pPr algn="r">
              <a:defRPr sz="2000"/>
            </a:lvl3pPr>
            <a:lvl4pPr algn="r">
              <a:defRPr sz="2000"/>
            </a:lvl4pPr>
            <a:lvl5pPr algn="r">
              <a:defRPr sz="2000"/>
            </a:lvl5pPr>
          </a:lstStyle>
          <a:p>
            <a:pPr lvl="0"/>
            <a:r>
              <a:rPr kumimoji="1" lang="zh-TW" altLang="en-US" dirty="0"/>
              <a:t>部門 </a:t>
            </a:r>
            <a:r>
              <a:rPr kumimoji="1" lang="en-US" altLang="zh-TW" dirty="0"/>
              <a:t>/ </a:t>
            </a:r>
            <a:r>
              <a:rPr kumimoji="1" lang="zh-TW" altLang="en-US" dirty="0"/>
              <a:t>職稱</a:t>
            </a:r>
          </a:p>
        </p:txBody>
      </p:sp>
      <p:sp>
        <p:nvSpPr>
          <p:cNvPr id="7" name="文字版面配置區 25">
            <a:extLst>
              <a:ext uri="{FF2B5EF4-FFF2-40B4-BE49-F238E27FC236}">
                <a16:creationId xmlns:a16="http://schemas.microsoft.com/office/drawing/2014/main" xmlns="" id="{CB89B3A9-F114-52E9-5EBA-F4B80CD0E655}"/>
              </a:ext>
            </a:extLst>
          </p:cNvPr>
          <p:cNvSpPr>
            <a:spLocks noGrp="1"/>
          </p:cNvSpPr>
          <p:nvPr>
            <p:ph type="body" sz="quarter" idx="18" hasCustomPrompt="1"/>
          </p:nvPr>
        </p:nvSpPr>
        <p:spPr>
          <a:xfrm>
            <a:off x="8251197" y="5996424"/>
            <a:ext cx="3592513" cy="369332"/>
          </a:xfrm>
          <a:prstGeom prst="rect">
            <a:avLst/>
          </a:prstGeom>
        </p:spPr>
        <p:txBody>
          <a:bodyPr anchor="ctr"/>
          <a:lstStyle>
            <a:lvl1pPr marL="0" indent="0" algn="r">
              <a:buNone/>
              <a:defRPr sz="1800" b="0" i="0" spc="0" baseline="0">
                <a:solidFill>
                  <a:srgbClr val="1A1A1A"/>
                </a:solidFill>
                <a:latin typeface="+mn-lt"/>
                <a:ea typeface="微軟正黑體" panose="020B0604030504040204" pitchFamily="34" charset="-120"/>
              </a:defRPr>
            </a:lvl1pPr>
            <a:lvl2pPr algn="r">
              <a:defRPr sz="2000"/>
            </a:lvl2pPr>
            <a:lvl3pPr algn="r">
              <a:defRPr sz="2000"/>
            </a:lvl3pPr>
            <a:lvl4pPr algn="r">
              <a:defRPr sz="2000"/>
            </a:lvl4pPr>
            <a:lvl5pPr algn="r">
              <a:defRPr sz="2000"/>
            </a:lvl5pPr>
          </a:lstStyle>
          <a:p>
            <a:pPr lvl="0"/>
            <a:r>
              <a:rPr kumimoji="1" lang="zh-TW" altLang="en-US" dirty="0"/>
              <a:t>西元年月日 提案日</a:t>
            </a:r>
          </a:p>
        </p:txBody>
      </p:sp>
      <p:sp>
        <p:nvSpPr>
          <p:cNvPr id="10" name="文字方塊 9"/>
          <p:cNvSpPr txBox="1"/>
          <p:nvPr userDrawn="1"/>
        </p:nvSpPr>
        <p:spPr>
          <a:xfrm>
            <a:off x="3052688" y="2433712"/>
            <a:ext cx="6077305" cy="1446550"/>
          </a:xfrm>
          <a:prstGeom prst="rect">
            <a:avLst/>
          </a:prstGeom>
          <a:noFill/>
        </p:spPr>
        <p:txBody>
          <a:bodyPr wrap="none" rtlCol="0">
            <a:spAutoFit/>
          </a:bodyPr>
          <a:lstStyle/>
          <a:p>
            <a:r>
              <a:rPr lang="en-US" altLang="zh-TW" sz="8800" b="1" dirty="0">
                <a:solidFill>
                  <a:srgbClr val="262626"/>
                </a:solidFill>
                <a:latin typeface="Bahnschrift" panose="020B0502040204020203" pitchFamily="34" charset="0"/>
              </a:rPr>
              <a:t>THANK</a:t>
            </a:r>
            <a:r>
              <a:rPr lang="zh-TW" altLang="en-US" sz="8800" b="1" dirty="0">
                <a:solidFill>
                  <a:srgbClr val="262626"/>
                </a:solidFill>
                <a:latin typeface="Bahnschrift" panose="020B0502040204020203" pitchFamily="34" charset="0"/>
              </a:rPr>
              <a:t> </a:t>
            </a:r>
            <a:r>
              <a:rPr lang="en-US" altLang="zh-TW" sz="8800" b="1" dirty="0">
                <a:solidFill>
                  <a:srgbClr val="262626"/>
                </a:solidFill>
                <a:latin typeface="Bahnschrift" panose="020B0502040204020203" pitchFamily="34" charset="0"/>
              </a:rPr>
              <a:t>YOU</a:t>
            </a:r>
            <a:endParaRPr lang="zh-TW" altLang="en-US" sz="8800" b="1" dirty="0">
              <a:solidFill>
                <a:srgbClr val="262626"/>
              </a:solidFill>
              <a:latin typeface="Bahnschrift" panose="020B0502040204020203" pitchFamily="34" charset="0"/>
            </a:endParaRPr>
          </a:p>
        </p:txBody>
      </p:sp>
    </p:spTree>
    <p:extLst>
      <p:ext uri="{BB962C8B-B14F-4D97-AF65-F5344CB8AC3E}">
        <p14:creationId xmlns:p14="http://schemas.microsoft.com/office/powerpoint/2010/main" val="37034843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66DD7D65-9EB8-71AF-9463-D4D2351975B6}"/>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xmlns="" id="{9BC46C57-607D-02CF-F9D4-1DD7B3DA62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xmlns="" id="{9A808787-30ED-6879-B3A3-5F60BD902ED9}"/>
              </a:ext>
            </a:extLst>
          </p:cNvPr>
          <p:cNvSpPr>
            <a:spLocks noGrp="1"/>
          </p:cNvSpPr>
          <p:nvPr>
            <p:ph type="dt" sz="half" idx="10"/>
          </p:nvPr>
        </p:nvSpPr>
        <p:spPr/>
        <p:txBody>
          <a:bodyPr/>
          <a:lstStyle/>
          <a:p>
            <a:fld id="{D27FCBCF-C2BF-4064-9C72-C2CCD5A3275F}" type="datetimeFigureOut">
              <a:rPr lang="zh-TW" altLang="en-US" smtClean="0">
                <a:solidFill>
                  <a:prstClr val="black">
                    <a:tint val="82000"/>
                  </a:prstClr>
                </a:solidFill>
              </a:rPr>
              <a:pPr/>
              <a:t>2026/6/3</a:t>
            </a:fld>
            <a:endParaRPr lang="zh-TW" altLang="en-US">
              <a:solidFill>
                <a:prstClr val="black">
                  <a:tint val="82000"/>
                </a:prstClr>
              </a:solidFill>
            </a:endParaRPr>
          </a:p>
        </p:txBody>
      </p:sp>
      <p:sp>
        <p:nvSpPr>
          <p:cNvPr id="5" name="頁尾版面配置區 4">
            <a:extLst>
              <a:ext uri="{FF2B5EF4-FFF2-40B4-BE49-F238E27FC236}">
                <a16:creationId xmlns:a16="http://schemas.microsoft.com/office/drawing/2014/main" xmlns="" id="{CB0CB820-C0DA-A303-3202-E55AA9E8ADFB}"/>
              </a:ext>
            </a:extLst>
          </p:cNvPr>
          <p:cNvSpPr>
            <a:spLocks noGrp="1"/>
          </p:cNvSpPr>
          <p:nvPr>
            <p:ph type="ftr" sz="quarter" idx="11"/>
          </p:nvPr>
        </p:nvSpPr>
        <p:spPr/>
        <p:txBody>
          <a:bodyPr/>
          <a:lstStyle/>
          <a:p>
            <a:endParaRPr lang="zh-TW" altLang="en-US">
              <a:solidFill>
                <a:prstClr val="black">
                  <a:tint val="82000"/>
                </a:prstClr>
              </a:solidFill>
            </a:endParaRPr>
          </a:p>
        </p:txBody>
      </p:sp>
      <p:sp>
        <p:nvSpPr>
          <p:cNvPr id="6" name="投影片編號版面配置區 5">
            <a:extLst>
              <a:ext uri="{FF2B5EF4-FFF2-40B4-BE49-F238E27FC236}">
                <a16:creationId xmlns:a16="http://schemas.microsoft.com/office/drawing/2014/main" xmlns="" id="{00CB0120-F08E-BB98-52F9-AEF185F37D68}"/>
              </a:ext>
            </a:extLst>
          </p:cNvPr>
          <p:cNvSpPr>
            <a:spLocks noGrp="1"/>
          </p:cNvSpPr>
          <p:nvPr>
            <p:ph type="sldNum" sz="quarter" idx="12"/>
          </p:nvPr>
        </p:nvSpPr>
        <p:spPr/>
        <p:txBody>
          <a:bodyPr/>
          <a:lstStyle/>
          <a:p>
            <a:fld id="{0B3BE1AA-9266-49C7-8836-D5B10DA199CD}" type="slidenum">
              <a:rPr lang="zh-TW" altLang="en-US" smtClean="0">
                <a:solidFill>
                  <a:prstClr val="black">
                    <a:tint val="82000"/>
                  </a:prstClr>
                </a:solidFill>
              </a:rPr>
              <a:pPr/>
              <a:t>‹#›</a:t>
            </a:fld>
            <a:endParaRPr lang="zh-TW" altLang="en-US">
              <a:solidFill>
                <a:prstClr val="black">
                  <a:tint val="82000"/>
                </a:prstClr>
              </a:solidFill>
            </a:endParaRPr>
          </a:p>
        </p:txBody>
      </p:sp>
    </p:spTree>
    <p:extLst>
      <p:ext uri="{BB962C8B-B14F-4D97-AF65-F5344CB8AC3E}">
        <p14:creationId xmlns:p14="http://schemas.microsoft.com/office/powerpoint/2010/main" val="2519716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B58F211B-D3C2-A771-0177-FA37B5702406}"/>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xmlns="" id="{F4ED8F44-5194-A971-8E5E-A98AA0A5F103}"/>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D5087404-A36F-540F-2E12-A6BC11467F52}"/>
              </a:ext>
            </a:extLst>
          </p:cNvPr>
          <p:cNvSpPr>
            <a:spLocks noGrp="1"/>
          </p:cNvSpPr>
          <p:nvPr>
            <p:ph type="dt" sz="half" idx="10"/>
          </p:nvPr>
        </p:nvSpPr>
        <p:spPr/>
        <p:txBody>
          <a:bodyPr/>
          <a:lstStyle/>
          <a:p>
            <a:fld id="{D27FCBCF-C2BF-4064-9C72-C2CCD5A3275F}" type="datetimeFigureOut">
              <a:rPr lang="zh-TW" altLang="en-US" smtClean="0">
                <a:solidFill>
                  <a:prstClr val="black">
                    <a:tint val="82000"/>
                  </a:prstClr>
                </a:solidFill>
              </a:rPr>
              <a:pPr/>
              <a:t>2026/6/3</a:t>
            </a:fld>
            <a:endParaRPr lang="zh-TW" altLang="en-US">
              <a:solidFill>
                <a:prstClr val="black">
                  <a:tint val="82000"/>
                </a:prstClr>
              </a:solidFill>
            </a:endParaRPr>
          </a:p>
        </p:txBody>
      </p:sp>
      <p:sp>
        <p:nvSpPr>
          <p:cNvPr id="5" name="頁尾版面配置區 4">
            <a:extLst>
              <a:ext uri="{FF2B5EF4-FFF2-40B4-BE49-F238E27FC236}">
                <a16:creationId xmlns:a16="http://schemas.microsoft.com/office/drawing/2014/main" xmlns="" id="{A0675F82-2ED6-D876-B40B-CAAAD5843FB0}"/>
              </a:ext>
            </a:extLst>
          </p:cNvPr>
          <p:cNvSpPr>
            <a:spLocks noGrp="1"/>
          </p:cNvSpPr>
          <p:nvPr>
            <p:ph type="ftr" sz="quarter" idx="11"/>
          </p:nvPr>
        </p:nvSpPr>
        <p:spPr/>
        <p:txBody>
          <a:bodyPr/>
          <a:lstStyle/>
          <a:p>
            <a:endParaRPr lang="zh-TW" altLang="en-US">
              <a:solidFill>
                <a:prstClr val="black">
                  <a:tint val="82000"/>
                </a:prstClr>
              </a:solidFill>
            </a:endParaRPr>
          </a:p>
        </p:txBody>
      </p:sp>
      <p:sp>
        <p:nvSpPr>
          <p:cNvPr id="6" name="投影片編號版面配置區 5">
            <a:extLst>
              <a:ext uri="{FF2B5EF4-FFF2-40B4-BE49-F238E27FC236}">
                <a16:creationId xmlns:a16="http://schemas.microsoft.com/office/drawing/2014/main" xmlns="" id="{F4345785-47EC-B416-9344-53813A0EDA31}"/>
              </a:ext>
            </a:extLst>
          </p:cNvPr>
          <p:cNvSpPr>
            <a:spLocks noGrp="1"/>
          </p:cNvSpPr>
          <p:nvPr>
            <p:ph type="sldNum" sz="quarter" idx="12"/>
          </p:nvPr>
        </p:nvSpPr>
        <p:spPr/>
        <p:txBody>
          <a:bodyPr/>
          <a:lstStyle/>
          <a:p>
            <a:fld id="{0B3BE1AA-9266-49C7-8836-D5B10DA199CD}" type="slidenum">
              <a:rPr lang="zh-TW" altLang="en-US" smtClean="0">
                <a:solidFill>
                  <a:prstClr val="black">
                    <a:tint val="82000"/>
                  </a:prstClr>
                </a:solidFill>
              </a:rPr>
              <a:pPr/>
              <a:t>‹#›</a:t>
            </a:fld>
            <a:endParaRPr lang="zh-TW" altLang="en-US">
              <a:solidFill>
                <a:prstClr val="black">
                  <a:tint val="82000"/>
                </a:prstClr>
              </a:solidFill>
            </a:endParaRPr>
          </a:p>
        </p:txBody>
      </p:sp>
    </p:spTree>
    <p:extLst>
      <p:ext uri="{BB962C8B-B14F-4D97-AF65-F5344CB8AC3E}">
        <p14:creationId xmlns:p14="http://schemas.microsoft.com/office/powerpoint/2010/main" val="6588958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8F0F0A2D-B8B6-F89E-B953-B3C5D0606130}"/>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xmlns="" id="{3B2D79BA-1986-D53C-E09E-0359A418069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xmlns="" id="{3116EB6A-87BD-0850-322E-1E7DE9C17464}"/>
              </a:ext>
            </a:extLst>
          </p:cNvPr>
          <p:cNvSpPr>
            <a:spLocks noGrp="1"/>
          </p:cNvSpPr>
          <p:nvPr>
            <p:ph type="dt" sz="half" idx="10"/>
          </p:nvPr>
        </p:nvSpPr>
        <p:spPr/>
        <p:txBody>
          <a:bodyPr/>
          <a:lstStyle/>
          <a:p>
            <a:fld id="{D27FCBCF-C2BF-4064-9C72-C2CCD5A3275F}" type="datetimeFigureOut">
              <a:rPr lang="zh-TW" altLang="en-US" smtClean="0">
                <a:solidFill>
                  <a:prstClr val="black">
                    <a:tint val="82000"/>
                  </a:prstClr>
                </a:solidFill>
              </a:rPr>
              <a:pPr/>
              <a:t>2026/6/3</a:t>
            </a:fld>
            <a:endParaRPr lang="zh-TW" altLang="en-US">
              <a:solidFill>
                <a:prstClr val="black">
                  <a:tint val="82000"/>
                </a:prstClr>
              </a:solidFill>
            </a:endParaRPr>
          </a:p>
        </p:txBody>
      </p:sp>
      <p:sp>
        <p:nvSpPr>
          <p:cNvPr id="5" name="頁尾版面配置區 4">
            <a:extLst>
              <a:ext uri="{FF2B5EF4-FFF2-40B4-BE49-F238E27FC236}">
                <a16:creationId xmlns:a16="http://schemas.microsoft.com/office/drawing/2014/main" xmlns="" id="{886ADE23-370E-9DEF-F318-C066597CF2A6}"/>
              </a:ext>
            </a:extLst>
          </p:cNvPr>
          <p:cNvSpPr>
            <a:spLocks noGrp="1"/>
          </p:cNvSpPr>
          <p:nvPr>
            <p:ph type="ftr" sz="quarter" idx="11"/>
          </p:nvPr>
        </p:nvSpPr>
        <p:spPr/>
        <p:txBody>
          <a:bodyPr/>
          <a:lstStyle/>
          <a:p>
            <a:endParaRPr lang="zh-TW" altLang="en-US">
              <a:solidFill>
                <a:prstClr val="black">
                  <a:tint val="82000"/>
                </a:prstClr>
              </a:solidFill>
            </a:endParaRPr>
          </a:p>
        </p:txBody>
      </p:sp>
      <p:sp>
        <p:nvSpPr>
          <p:cNvPr id="6" name="投影片編號版面配置區 5">
            <a:extLst>
              <a:ext uri="{FF2B5EF4-FFF2-40B4-BE49-F238E27FC236}">
                <a16:creationId xmlns:a16="http://schemas.microsoft.com/office/drawing/2014/main" xmlns="" id="{4E774DF8-72F6-DB95-6E1F-95A4FDB23233}"/>
              </a:ext>
            </a:extLst>
          </p:cNvPr>
          <p:cNvSpPr>
            <a:spLocks noGrp="1"/>
          </p:cNvSpPr>
          <p:nvPr>
            <p:ph type="sldNum" sz="quarter" idx="12"/>
          </p:nvPr>
        </p:nvSpPr>
        <p:spPr/>
        <p:txBody>
          <a:bodyPr/>
          <a:lstStyle/>
          <a:p>
            <a:fld id="{0B3BE1AA-9266-49C7-8836-D5B10DA199CD}" type="slidenum">
              <a:rPr lang="zh-TW" altLang="en-US" smtClean="0">
                <a:solidFill>
                  <a:prstClr val="black">
                    <a:tint val="82000"/>
                  </a:prstClr>
                </a:solidFill>
              </a:rPr>
              <a:pPr/>
              <a:t>‹#›</a:t>
            </a:fld>
            <a:endParaRPr lang="zh-TW" altLang="en-US">
              <a:solidFill>
                <a:prstClr val="black">
                  <a:tint val="82000"/>
                </a:prstClr>
              </a:solidFill>
            </a:endParaRPr>
          </a:p>
        </p:txBody>
      </p:sp>
    </p:spTree>
    <p:extLst>
      <p:ext uri="{BB962C8B-B14F-4D97-AF65-F5344CB8AC3E}">
        <p14:creationId xmlns:p14="http://schemas.microsoft.com/office/powerpoint/2010/main" val="216831697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378C4B48-E956-3205-C15E-0A2CBEA93462}"/>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xmlns="" id="{83FD03C1-6C9B-31AD-8B3D-757EFFB80836}"/>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xmlns="" id="{421C2A64-3675-0531-81DB-400B65FC7CAA}"/>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xmlns="" id="{BDC02087-C2BD-3200-296B-58D2F095966B}"/>
              </a:ext>
            </a:extLst>
          </p:cNvPr>
          <p:cNvSpPr>
            <a:spLocks noGrp="1"/>
          </p:cNvSpPr>
          <p:nvPr>
            <p:ph type="dt" sz="half" idx="10"/>
          </p:nvPr>
        </p:nvSpPr>
        <p:spPr/>
        <p:txBody>
          <a:bodyPr/>
          <a:lstStyle/>
          <a:p>
            <a:fld id="{D27FCBCF-C2BF-4064-9C72-C2CCD5A3275F}" type="datetimeFigureOut">
              <a:rPr lang="zh-TW" altLang="en-US" smtClean="0">
                <a:solidFill>
                  <a:prstClr val="black">
                    <a:tint val="82000"/>
                  </a:prstClr>
                </a:solidFill>
              </a:rPr>
              <a:pPr/>
              <a:t>2026/6/3</a:t>
            </a:fld>
            <a:endParaRPr lang="zh-TW" altLang="en-US">
              <a:solidFill>
                <a:prstClr val="black">
                  <a:tint val="82000"/>
                </a:prstClr>
              </a:solidFill>
            </a:endParaRPr>
          </a:p>
        </p:txBody>
      </p:sp>
      <p:sp>
        <p:nvSpPr>
          <p:cNvPr id="6" name="頁尾版面配置區 5">
            <a:extLst>
              <a:ext uri="{FF2B5EF4-FFF2-40B4-BE49-F238E27FC236}">
                <a16:creationId xmlns:a16="http://schemas.microsoft.com/office/drawing/2014/main" xmlns="" id="{BA3CD8D2-D22D-8A83-44DD-3E0A70A6BC33}"/>
              </a:ext>
            </a:extLst>
          </p:cNvPr>
          <p:cNvSpPr>
            <a:spLocks noGrp="1"/>
          </p:cNvSpPr>
          <p:nvPr>
            <p:ph type="ftr" sz="quarter" idx="11"/>
          </p:nvPr>
        </p:nvSpPr>
        <p:spPr/>
        <p:txBody>
          <a:bodyPr/>
          <a:lstStyle/>
          <a:p>
            <a:endParaRPr lang="zh-TW" altLang="en-US">
              <a:solidFill>
                <a:prstClr val="black">
                  <a:tint val="82000"/>
                </a:prstClr>
              </a:solidFill>
            </a:endParaRPr>
          </a:p>
        </p:txBody>
      </p:sp>
      <p:sp>
        <p:nvSpPr>
          <p:cNvPr id="7" name="投影片編號版面配置區 6">
            <a:extLst>
              <a:ext uri="{FF2B5EF4-FFF2-40B4-BE49-F238E27FC236}">
                <a16:creationId xmlns:a16="http://schemas.microsoft.com/office/drawing/2014/main" xmlns="" id="{F450D138-6684-8B0A-3994-5578DA6CD00F}"/>
              </a:ext>
            </a:extLst>
          </p:cNvPr>
          <p:cNvSpPr>
            <a:spLocks noGrp="1"/>
          </p:cNvSpPr>
          <p:nvPr>
            <p:ph type="sldNum" sz="quarter" idx="12"/>
          </p:nvPr>
        </p:nvSpPr>
        <p:spPr/>
        <p:txBody>
          <a:bodyPr/>
          <a:lstStyle/>
          <a:p>
            <a:fld id="{0B3BE1AA-9266-49C7-8836-D5B10DA199CD}" type="slidenum">
              <a:rPr lang="zh-TW" altLang="en-US" smtClean="0">
                <a:solidFill>
                  <a:prstClr val="black">
                    <a:tint val="82000"/>
                  </a:prstClr>
                </a:solidFill>
              </a:rPr>
              <a:pPr/>
              <a:t>‹#›</a:t>
            </a:fld>
            <a:endParaRPr lang="zh-TW" altLang="en-US">
              <a:solidFill>
                <a:prstClr val="black">
                  <a:tint val="82000"/>
                </a:prstClr>
              </a:solidFill>
            </a:endParaRPr>
          </a:p>
        </p:txBody>
      </p:sp>
    </p:spTree>
    <p:extLst>
      <p:ext uri="{BB962C8B-B14F-4D97-AF65-F5344CB8AC3E}">
        <p14:creationId xmlns:p14="http://schemas.microsoft.com/office/powerpoint/2010/main" val="60371785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09BD911E-1691-E446-0D7D-55AE398342A4}"/>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xmlns="" id="{D0AED12F-EC85-2745-9FD5-DA2CB29CCD5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xmlns="" id="{884D0075-4F99-98A2-61D6-D291704B18AB}"/>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xmlns="" id="{FD6695C1-0EC7-10BB-9311-FB147D57D2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xmlns="" id="{2C644EB8-D9EC-01D2-5584-3189D5CABE1B}"/>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xmlns="" id="{CCC4BA68-B0C7-5F56-DB7B-BEF1BD64040A}"/>
              </a:ext>
            </a:extLst>
          </p:cNvPr>
          <p:cNvSpPr>
            <a:spLocks noGrp="1"/>
          </p:cNvSpPr>
          <p:nvPr>
            <p:ph type="dt" sz="half" idx="10"/>
          </p:nvPr>
        </p:nvSpPr>
        <p:spPr/>
        <p:txBody>
          <a:bodyPr/>
          <a:lstStyle/>
          <a:p>
            <a:fld id="{D27FCBCF-C2BF-4064-9C72-C2CCD5A3275F}" type="datetimeFigureOut">
              <a:rPr lang="zh-TW" altLang="en-US" smtClean="0">
                <a:solidFill>
                  <a:prstClr val="black">
                    <a:tint val="82000"/>
                  </a:prstClr>
                </a:solidFill>
              </a:rPr>
              <a:pPr/>
              <a:t>2026/6/3</a:t>
            </a:fld>
            <a:endParaRPr lang="zh-TW" altLang="en-US">
              <a:solidFill>
                <a:prstClr val="black">
                  <a:tint val="82000"/>
                </a:prstClr>
              </a:solidFill>
            </a:endParaRPr>
          </a:p>
        </p:txBody>
      </p:sp>
      <p:sp>
        <p:nvSpPr>
          <p:cNvPr id="8" name="頁尾版面配置區 7">
            <a:extLst>
              <a:ext uri="{FF2B5EF4-FFF2-40B4-BE49-F238E27FC236}">
                <a16:creationId xmlns:a16="http://schemas.microsoft.com/office/drawing/2014/main" xmlns="" id="{E8CA82A7-7CBB-7DF6-16E9-F9949017F9E8}"/>
              </a:ext>
            </a:extLst>
          </p:cNvPr>
          <p:cNvSpPr>
            <a:spLocks noGrp="1"/>
          </p:cNvSpPr>
          <p:nvPr>
            <p:ph type="ftr" sz="quarter" idx="11"/>
          </p:nvPr>
        </p:nvSpPr>
        <p:spPr/>
        <p:txBody>
          <a:bodyPr/>
          <a:lstStyle/>
          <a:p>
            <a:endParaRPr lang="zh-TW" altLang="en-US">
              <a:solidFill>
                <a:prstClr val="black">
                  <a:tint val="82000"/>
                </a:prstClr>
              </a:solidFill>
            </a:endParaRPr>
          </a:p>
        </p:txBody>
      </p:sp>
      <p:sp>
        <p:nvSpPr>
          <p:cNvPr id="9" name="投影片編號版面配置區 8">
            <a:extLst>
              <a:ext uri="{FF2B5EF4-FFF2-40B4-BE49-F238E27FC236}">
                <a16:creationId xmlns:a16="http://schemas.microsoft.com/office/drawing/2014/main" xmlns="" id="{B4D2BECC-12AF-DDD5-ECF3-136D776A2F3D}"/>
              </a:ext>
            </a:extLst>
          </p:cNvPr>
          <p:cNvSpPr>
            <a:spLocks noGrp="1"/>
          </p:cNvSpPr>
          <p:nvPr>
            <p:ph type="sldNum" sz="quarter" idx="12"/>
          </p:nvPr>
        </p:nvSpPr>
        <p:spPr/>
        <p:txBody>
          <a:bodyPr/>
          <a:lstStyle/>
          <a:p>
            <a:fld id="{0B3BE1AA-9266-49C7-8836-D5B10DA199CD}" type="slidenum">
              <a:rPr lang="zh-TW" altLang="en-US" smtClean="0">
                <a:solidFill>
                  <a:prstClr val="black">
                    <a:tint val="82000"/>
                  </a:prstClr>
                </a:solidFill>
              </a:rPr>
              <a:pPr/>
              <a:t>‹#›</a:t>
            </a:fld>
            <a:endParaRPr lang="zh-TW" altLang="en-US">
              <a:solidFill>
                <a:prstClr val="black">
                  <a:tint val="82000"/>
                </a:prstClr>
              </a:solidFill>
            </a:endParaRPr>
          </a:p>
        </p:txBody>
      </p:sp>
    </p:spTree>
    <p:extLst>
      <p:ext uri="{BB962C8B-B14F-4D97-AF65-F5344CB8AC3E}">
        <p14:creationId xmlns:p14="http://schemas.microsoft.com/office/powerpoint/2010/main" val="344561982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66525882-A578-9424-0634-9DD316810A43}"/>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xmlns="" id="{E02B83BC-1359-7720-BF76-669E39895472}"/>
              </a:ext>
            </a:extLst>
          </p:cNvPr>
          <p:cNvSpPr>
            <a:spLocks noGrp="1"/>
          </p:cNvSpPr>
          <p:nvPr>
            <p:ph type="dt" sz="half" idx="10"/>
          </p:nvPr>
        </p:nvSpPr>
        <p:spPr/>
        <p:txBody>
          <a:bodyPr/>
          <a:lstStyle/>
          <a:p>
            <a:fld id="{D27FCBCF-C2BF-4064-9C72-C2CCD5A3275F}" type="datetimeFigureOut">
              <a:rPr lang="zh-TW" altLang="en-US" smtClean="0">
                <a:solidFill>
                  <a:prstClr val="black">
                    <a:tint val="82000"/>
                  </a:prstClr>
                </a:solidFill>
              </a:rPr>
              <a:pPr/>
              <a:t>2026/6/3</a:t>
            </a:fld>
            <a:endParaRPr lang="zh-TW" altLang="en-US">
              <a:solidFill>
                <a:prstClr val="black">
                  <a:tint val="82000"/>
                </a:prstClr>
              </a:solidFill>
            </a:endParaRPr>
          </a:p>
        </p:txBody>
      </p:sp>
      <p:sp>
        <p:nvSpPr>
          <p:cNvPr id="4" name="頁尾版面配置區 3">
            <a:extLst>
              <a:ext uri="{FF2B5EF4-FFF2-40B4-BE49-F238E27FC236}">
                <a16:creationId xmlns:a16="http://schemas.microsoft.com/office/drawing/2014/main" xmlns="" id="{8E78F550-B086-702A-49A1-8C3323A3B498}"/>
              </a:ext>
            </a:extLst>
          </p:cNvPr>
          <p:cNvSpPr>
            <a:spLocks noGrp="1"/>
          </p:cNvSpPr>
          <p:nvPr>
            <p:ph type="ftr" sz="quarter" idx="11"/>
          </p:nvPr>
        </p:nvSpPr>
        <p:spPr/>
        <p:txBody>
          <a:bodyPr/>
          <a:lstStyle/>
          <a:p>
            <a:endParaRPr lang="zh-TW" altLang="en-US">
              <a:solidFill>
                <a:prstClr val="black">
                  <a:tint val="82000"/>
                </a:prstClr>
              </a:solidFill>
            </a:endParaRPr>
          </a:p>
        </p:txBody>
      </p:sp>
      <p:sp>
        <p:nvSpPr>
          <p:cNvPr id="5" name="投影片編號版面配置區 4">
            <a:extLst>
              <a:ext uri="{FF2B5EF4-FFF2-40B4-BE49-F238E27FC236}">
                <a16:creationId xmlns:a16="http://schemas.microsoft.com/office/drawing/2014/main" xmlns="" id="{C58A7239-D19E-176E-4990-C4A0B205C36E}"/>
              </a:ext>
            </a:extLst>
          </p:cNvPr>
          <p:cNvSpPr>
            <a:spLocks noGrp="1"/>
          </p:cNvSpPr>
          <p:nvPr>
            <p:ph type="sldNum" sz="quarter" idx="12"/>
          </p:nvPr>
        </p:nvSpPr>
        <p:spPr/>
        <p:txBody>
          <a:bodyPr/>
          <a:lstStyle/>
          <a:p>
            <a:fld id="{0B3BE1AA-9266-49C7-8836-D5B10DA199CD}" type="slidenum">
              <a:rPr lang="zh-TW" altLang="en-US" smtClean="0">
                <a:solidFill>
                  <a:prstClr val="black">
                    <a:tint val="82000"/>
                  </a:prstClr>
                </a:solidFill>
              </a:rPr>
              <a:pPr/>
              <a:t>‹#›</a:t>
            </a:fld>
            <a:endParaRPr lang="zh-TW" altLang="en-US">
              <a:solidFill>
                <a:prstClr val="black">
                  <a:tint val="82000"/>
                </a:prstClr>
              </a:solidFill>
            </a:endParaRPr>
          </a:p>
        </p:txBody>
      </p:sp>
    </p:spTree>
    <p:extLst>
      <p:ext uri="{BB962C8B-B14F-4D97-AF65-F5344CB8AC3E}">
        <p14:creationId xmlns:p14="http://schemas.microsoft.com/office/powerpoint/2010/main" val="329621245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xmlns="" id="{46F8E089-9867-21C5-F646-E90DAF7E90B8}"/>
              </a:ext>
            </a:extLst>
          </p:cNvPr>
          <p:cNvSpPr>
            <a:spLocks noGrp="1"/>
          </p:cNvSpPr>
          <p:nvPr>
            <p:ph type="dt" sz="half" idx="10"/>
          </p:nvPr>
        </p:nvSpPr>
        <p:spPr/>
        <p:txBody>
          <a:bodyPr/>
          <a:lstStyle/>
          <a:p>
            <a:fld id="{D27FCBCF-C2BF-4064-9C72-C2CCD5A3275F}" type="datetimeFigureOut">
              <a:rPr lang="zh-TW" altLang="en-US" smtClean="0">
                <a:solidFill>
                  <a:prstClr val="black">
                    <a:tint val="82000"/>
                  </a:prstClr>
                </a:solidFill>
              </a:rPr>
              <a:pPr/>
              <a:t>2026/6/3</a:t>
            </a:fld>
            <a:endParaRPr lang="zh-TW" altLang="en-US">
              <a:solidFill>
                <a:prstClr val="black">
                  <a:tint val="82000"/>
                </a:prstClr>
              </a:solidFill>
            </a:endParaRPr>
          </a:p>
        </p:txBody>
      </p:sp>
      <p:sp>
        <p:nvSpPr>
          <p:cNvPr id="3" name="頁尾版面配置區 2">
            <a:extLst>
              <a:ext uri="{FF2B5EF4-FFF2-40B4-BE49-F238E27FC236}">
                <a16:creationId xmlns:a16="http://schemas.microsoft.com/office/drawing/2014/main" xmlns="" id="{DE451F2B-46FE-BC12-DC2A-3676A706625B}"/>
              </a:ext>
            </a:extLst>
          </p:cNvPr>
          <p:cNvSpPr>
            <a:spLocks noGrp="1"/>
          </p:cNvSpPr>
          <p:nvPr>
            <p:ph type="ftr" sz="quarter" idx="11"/>
          </p:nvPr>
        </p:nvSpPr>
        <p:spPr/>
        <p:txBody>
          <a:bodyPr/>
          <a:lstStyle/>
          <a:p>
            <a:endParaRPr lang="zh-TW" altLang="en-US">
              <a:solidFill>
                <a:prstClr val="black">
                  <a:tint val="82000"/>
                </a:prstClr>
              </a:solidFill>
            </a:endParaRPr>
          </a:p>
        </p:txBody>
      </p:sp>
      <p:sp>
        <p:nvSpPr>
          <p:cNvPr id="4" name="投影片編號版面配置區 3">
            <a:extLst>
              <a:ext uri="{FF2B5EF4-FFF2-40B4-BE49-F238E27FC236}">
                <a16:creationId xmlns:a16="http://schemas.microsoft.com/office/drawing/2014/main" xmlns="" id="{9DEC95EB-1C46-E13B-6007-302B34015721}"/>
              </a:ext>
            </a:extLst>
          </p:cNvPr>
          <p:cNvSpPr>
            <a:spLocks noGrp="1"/>
          </p:cNvSpPr>
          <p:nvPr>
            <p:ph type="sldNum" sz="quarter" idx="12"/>
          </p:nvPr>
        </p:nvSpPr>
        <p:spPr/>
        <p:txBody>
          <a:bodyPr/>
          <a:lstStyle/>
          <a:p>
            <a:fld id="{0B3BE1AA-9266-49C7-8836-D5B10DA199CD}" type="slidenum">
              <a:rPr lang="zh-TW" altLang="en-US" smtClean="0">
                <a:solidFill>
                  <a:prstClr val="black">
                    <a:tint val="82000"/>
                  </a:prstClr>
                </a:solidFill>
              </a:rPr>
              <a:pPr/>
              <a:t>‹#›</a:t>
            </a:fld>
            <a:endParaRPr lang="zh-TW" altLang="en-US">
              <a:solidFill>
                <a:prstClr val="black">
                  <a:tint val="82000"/>
                </a:prstClr>
              </a:solidFill>
            </a:endParaRPr>
          </a:p>
        </p:txBody>
      </p:sp>
    </p:spTree>
    <p:extLst>
      <p:ext uri="{BB962C8B-B14F-4D97-AF65-F5344CB8AC3E}">
        <p14:creationId xmlns:p14="http://schemas.microsoft.com/office/powerpoint/2010/main" val="32045027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59444F4E-9CE7-07E7-D902-759200C4A35F}"/>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xmlns="" id="{FA7AA78B-D897-6882-9C75-BDB075D4CA3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xmlns="" id="{084F6719-1085-2BBC-4A43-09C164F9E7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xmlns="" id="{491A7D67-DBD5-538F-F554-FCEB72DF3B71}"/>
              </a:ext>
            </a:extLst>
          </p:cNvPr>
          <p:cNvSpPr>
            <a:spLocks noGrp="1"/>
          </p:cNvSpPr>
          <p:nvPr>
            <p:ph type="dt" sz="half" idx="10"/>
          </p:nvPr>
        </p:nvSpPr>
        <p:spPr/>
        <p:txBody>
          <a:bodyPr/>
          <a:lstStyle/>
          <a:p>
            <a:fld id="{D27FCBCF-C2BF-4064-9C72-C2CCD5A3275F}" type="datetimeFigureOut">
              <a:rPr lang="zh-TW" altLang="en-US" smtClean="0">
                <a:solidFill>
                  <a:prstClr val="black">
                    <a:tint val="82000"/>
                  </a:prstClr>
                </a:solidFill>
              </a:rPr>
              <a:pPr/>
              <a:t>2026/6/3</a:t>
            </a:fld>
            <a:endParaRPr lang="zh-TW" altLang="en-US">
              <a:solidFill>
                <a:prstClr val="black">
                  <a:tint val="82000"/>
                </a:prstClr>
              </a:solidFill>
            </a:endParaRPr>
          </a:p>
        </p:txBody>
      </p:sp>
      <p:sp>
        <p:nvSpPr>
          <p:cNvPr id="6" name="頁尾版面配置區 5">
            <a:extLst>
              <a:ext uri="{FF2B5EF4-FFF2-40B4-BE49-F238E27FC236}">
                <a16:creationId xmlns:a16="http://schemas.microsoft.com/office/drawing/2014/main" xmlns="" id="{C8AA70C8-F164-475C-B8EB-7EDE4F4E4957}"/>
              </a:ext>
            </a:extLst>
          </p:cNvPr>
          <p:cNvSpPr>
            <a:spLocks noGrp="1"/>
          </p:cNvSpPr>
          <p:nvPr>
            <p:ph type="ftr" sz="quarter" idx="11"/>
          </p:nvPr>
        </p:nvSpPr>
        <p:spPr/>
        <p:txBody>
          <a:bodyPr/>
          <a:lstStyle/>
          <a:p>
            <a:endParaRPr lang="zh-TW" altLang="en-US">
              <a:solidFill>
                <a:prstClr val="black">
                  <a:tint val="82000"/>
                </a:prstClr>
              </a:solidFill>
            </a:endParaRPr>
          </a:p>
        </p:txBody>
      </p:sp>
      <p:sp>
        <p:nvSpPr>
          <p:cNvPr id="7" name="投影片編號版面配置區 6">
            <a:extLst>
              <a:ext uri="{FF2B5EF4-FFF2-40B4-BE49-F238E27FC236}">
                <a16:creationId xmlns:a16="http://schemas.microsoft.com/office/drawing/2014/main" xmlns="" id="{D755DC2A-6688-04A3-892C-3E4B2F728304}"/>
              </a:ext>
            </a:extLst>
          </p:cNvPr>
          <p:cNvSpPr>
            <a:spLocks noGrp="1"/>
          </p:cNvSpPr>
          <p:nvPr>
            <p:ph type="sldNum" sz="quarter" idx="12"/>
          </p:nvPr>
        </p:nvSpPr>
        <p:spPr/>
        <p:txBody>
          <a:bodyPr/>
          <a:lstStyle/>
          <a:p>
            <a:fld id="{0B3BE1AA-9266-49C7-8836-D5B10DA199CD}" type="slidenum">
              <a:rPr lang="zh-TW" altLang="en-US" smtClean="0">
                <a:solidFill>
                  <a:prstClr val="black">
                    <a:tint val="82000"/>
                  </a:prstClr>
                </a:solidFill>
              </a:rPr>
              <a:pPr/>
              <a:t>‹#›</a:t>
            </a:fld>
            <a:endParaRPr lang="zh-TW" altLang="en-US">
              <a:solidFill>
                <a:prstClr val="black">
                  <a:tint val="82000"/>
                </a:prstClr>
              </a:solidFill>
            </a:endParaRPr>
          </a:p>
        </p:txBody>
      </p:sp>
    </p:spTree>
    <p:extLst>
      <p:ext uri="{BB962C8B-B14F-4D97-AF65-F5344CB8AC3E}">
        <p14:creationId xmlns:p14="http://schemas.microsoft.com/office/powerpoint/2010/main" val="17028008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26BCD3BE-5EC9-8C00-D7EA-98BA8715F63E}"/>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xmlns="" id="{A7ACE4FB-CB60-01AA-DFDD-6F2E0533B9A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xmlns="" id="{95B7D23E-3947-2F15-F942-6CFE4934D1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xmlns="" id="{D5CA9FE3-34D6-7B10-3EB1-E837D1AD65EE}"/>
              </a:ext>
            </a:extLst>
          </p:cNvPr>
          <p:cNvSpPr>
            <a:spLocks noGrp="1"/>
          </p:cNvSpPr>
          <p:nvPr>
            <p:ph type="dt" sz="half" idx="10"/>
          </p:nvPr>
        </p:nvSpPr>
        <p:spPr/>
        <p:txBody>
          <a:bodyPr/>
          <a:lstStyle/>
          <a:p>
            <a:fld id="{D27FCBCF-C2BF-4064-9C72-C2CCD5A3275F}" type="datetimeFigureOut">
              <a:rPr lang="zh-TW" altLang="en-US" smtClean="0">
                <a:solidFill>
                  <a:prstClr val="black">
                    <a:tint val="82000"/>
                  </a:prstClr>
                </a:solidFill>
              </a:rPr>
              <a:pPr/>
              <a:t>2026/6/3</a:t>
            </a:fld>
            <a:endParaRPr lang="zh-TW" altLang="en-US">
              <a:solidFill>
                <a:prstClr val="black">
                  <a:tint val="82000"/>
                </a:prstClr>
              </a:solidFill>
            </a:endParaRPr>
          </a:p>
        </p:txBody>
      </p:sp>
      <p:sp>
        <p:nvSpPr>
          <p:cNvPr id="6" name="頁尾版面配置區 5">
            <a:extLst>
              <a:ext uri="{FF2B5EF4-FFF2-40B4-BE49-F238E27FC236}">
                <a16:creationId xmlns:a16="http://schemas.microsoft.com/office/drawing/2014/main" xmlns="" id="{E4B10FF2-1C58-FBF3-ADDB-E2E82531B66A}"/>
              </a:ext>
            </a:extLst>
          </p:cNvPr>
          <p:cNvSpPr>
            <a:spLocks noGrp="1"/>
          </p:cNvSpPr>
          <p:nvPr>
            <p:ph type="ftr" sz="quarter" idx="11"/>
          </p:nvPr>
        </p:nvSpPr>
        <p:spPr/>
        <p:txBody>
          <a:bodyPr/>
          <a:lstStyle/>
          <a:p>
            <a:endParaRPr lang="zh-TW" altLang="en-US">
              <a:solidFill>
                <a:prstClr val="black">
                  <a:tint val="82000"/>
                </a:prstClr>
              </a:solidFill>
            </a:endParaRPr>
          </a:p>
        </p:txBody>
      </p:sp>
      <p:sp>
        <p:nvSpPr>
          <p:cNvPr id="7" name="投影片編號版面配置區 6">
            <a:extLst>
              <a:ext uri="{FF2B5EF4-FFF2-40B4-BE49-F238E27FC236}">
                <a16:creationId xmlns:a16="http://schemas.microsoft.com/office/drawing/2014/main" xmlns="" id="{F51BFAA1-9C31-B1C1-524C-5E09CDFB7502}"/>
              </a:ext>
            </a:extLst>
          </p:cNvPr>
          <p:cNvSpPr>
            <a:spLocks noGrp="1"/>
          </p:cNvSpPr>
          <p:nvPr>
            <p:ph type="sldNum" sz="quarter" idx="12"/>
          </p:nvPr>
        </p:nvSpPr>
        <p:spPr/>
        <p:txBody>
          <a:bodyPr/>
          <a:lstStyle/>
          <a:p>
            <a:fld id="{0B3BE1AA-9266-49C7-8836-D5B10DA199CD}" type="slidenum">
              <a:rPr lang="zh-TW" altLang="en-US" smtClean="0">
                <a:solidFill>
                  <a:prstClr val="black">
                    <a:tint val="82000"/>
                  </a:prstClr>
                </a:solidFill>
              </a:rPr>
              <a:pPr/>
              <a:t>‹#›</a:t>
            </a:fld>
            <a:endParaRPr lang="zh-TW" altLang="en-US">
              <a:solidFill>
                <a:prstClr val="black">
                  <a:tint val="82000"/>
                </a:prstClr>
              </a:solidFill>
            </a:endParaRPr>
          </a:p>
        </p:txBody>
      </p:sp>
    </p:spTree>
    <p:extLst>
      <p:ext uri="{BB962C8B-B14F-4D97-AF65-F5344CB8AC3E}">
        <p14:creationId xmlns:p14="http://schemas.microsoft.com/office/powerpoint/2010/main" val="187855768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162BF301-693E-0CA6-230F-008D3FF61CB4}"/>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xmlns="" id="{CAFDAD30-2756-5313-9D5F-5C6C45669A53}"/>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CB9F9A8F-C1BF-429A-566C-554EC022BD22}"/>
              </a:ext>
            </a:extLst>
          </p:cNvPr>
          <p:cNvSpPr>
            <a:spLocks noGrp="1"/>
          </p:cNvSpPr>
          <p:nvPr>
            <p:ph type="dt" sz="half" idx="10"/>
          </p:nvPr>
        </p:nvSpPr>
        <p:spPr/>
        <p:txBody>
          <a:bodyPr/>
          <a:lstStyle/>
          <a:p>
            <a:fld id="{D27FCBCF-C2BF-4064-9C72-C2CCD5A3275F}" type="datetimeFigureOut">
              <a:rPr lang="zh-TW" altLang="en-US" smtClean="0">
                <a:solidFill>
                  <a:prstClr val="black">
                    <a:tint val="82000"/>
                  </a:prstClr>
                </a:solidFill>
              </a:rPr>
              <a:pPr/>
              <a:t>2026/6/3</a:t>
            </a:fld>
            <a:endParaRPr lang="zh-TW" altLang="en-US">
              <a:solidFill>
                <a:prstClr val="black">
                  <a:tint val="82000"/>
                </a:prstClr>
              </a:solidFill>
            </a:endParaRPr>
          </a:p>
        </p:txBody>
      </p:sp>
      <p:sp>
        <p:nvSpPr>
          <p:cNvPr id="5" name="頁尾版面配置區 4">
            <a:extLst>
              <a:ext uri="{FF2B5EF4-FFF2-40B4-BE49-F238E27FC236}">
                <a16:creationId xmlns:a16="http://schemas.microsoft.com/office/drawing/2014/main" xmlns="" id="{E8833011-FF79-DA24-DC55-C73704DCBA73}"/>
              </a:ext>
            </a:extLst>
          </p:cNvPr>
          <p:cNvSpPr>
            <a:spLocks noGrp="1"/>
          </p:cNvSpPr>
          <p:nvPr>
            <p:ph type="ftr" sz="quarter" idx="11"/>
          </p:nvPr>
        </p:nvSpPr>
        <p:spPr/>
        <p:txBody>
          <a:bodyPr/>
          <a:lstStyle/>
          <a:p>
            <a:endParaRPr lang="zh-TW" altLang="en-US">
              <a:solidFill>
                <a:prstClr val="black">
                  <a:tint val="82000"/>
                </a:prstClr>
              </a:solidFill>
            </a:endParaRPr>
          </a:p>
        </p:txBody>
      </p:sp>
      <p:sp>
        <p:nvSpPr>
          <p:cNvPr id="6" name="投影片編號版面配置區 5">
            <a:extLst>
              <a:ext uri="{FF2B5EF4-FFF2-40B4-BE49-F238E27FC236}">
                <a16:creationId xmlns:a16="http://schemas.microsoft.com/office/drawing/2014/main" xmlns="" id="{7EB371DD-53F2-C700-85D0-328145761D37}"/>
              </a:ext>
            </a:extLst>
          </p:cNvPr>
          <p:cNvSpPr>
            <a:spLocks noGrp="1"/>
          </p:cNvSpPr>
          <p:nvPr>
            <p:ph type="sldNum" sz="quarter" idx="12"/>
          </p:nvPr>
        </p:nvSpPr>
        <p:spPr/>
        <p:txBody>
          <a:bodyPr/>
          <a:lstStyle/>
          <a:p>
            <a:fld id="{0B3BE1AA-9266-49C7-8836-D5B10DA199CD}" type="slidenum">
              <a:rPr lang="zh-TW" altLang="en-US" smtClean="0">
                <a:solidFill>
                  <a:prstClr val="black">
                    <a:tint val="82000"/>
                  </a:prstClr>
                </a:solidFill>
              </a:rPr>
              <a:pPr/>
              <a:t>‹#›</a:t>
            </a:fld>
            <a:endParaRPr lang="zh-TW" altLang="en-US">
              <a:solidFill>
                <a:prstClr val="black">
                  <a:tint val="82000"/>
                </a:prstClr>
              </a:solidFill>
            </a:endParaRPr>
          </a:p>
        </p:txBody>
      </p:sp>
    </p:spTree>
    <p:extLst>
      <p:ext uri="{BB962C8B-B14F-4D97-AF65-F5344CB8AC3E}">
        <p14:creationId xmlns:p14="http://schemas.microsoft.com/office/powerpoint/2010/main" val="74670562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xmlns="" id="{9EFD4536-B5E4-B19F-CAAF-11DDD73EAC62}"/>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xmlns="" id="{0B75224E-662E-81AF-F5DD-EBF6CC20378E}"/>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5ECE81A8-2FD2-782F-F331-71EABA1E27F0}"/>
              </a:ext>
            </a:extLst>
          </p:cNvPr>
          <p:cNvSpPr>
            <a:spLocks noGrp="1"/>
          </p:cNvSpPr>
          <p:nvPr>
            <p:ph type="dt" sz="half" idx="10"/>
          </p:nvPr>
        </p:nvSpPr>
        <p:spPr/>
        <p:txBody>
          <a:bodyPr/>
          <a:lstStyle/>
          <a:p>
            <a:fld id="{D27FCBCF-C2BF-4064-9C72-C2CCD5A3275F}" type="datetimeFigureOut">
              <a:rPr lang="zh-TW" altLang="en-US" smtClean="0">
                <a:solidFill>
                  <a:prstClr val="black">
                    <a:tint val="82000"/>
                  </a:prstClr>
                </a:solidFill>
              </a:rPr>
              <a:pPr/>
              <a:t>2026/6/3</a:t>
            </a:fld>
            <a:endParaRPr lang="zh-TW" altLang="en-US">
              <a:solidFill>
                <a:prstClr val="black">
                  <a:tint val="82000"/>
                </a:prstClr>
              </a:solidFill>
            </a:endParaRPr>
          </a:p>
        </p:txBody>
      </p:sp>
      <p:sp>
        <p:nvSpPr>
          <p:cNvPr id="5" name="頁尾版面配置區 4">
            <a:extLst>
              <a:ext uri="{FF2B5EF4-FFF2-40B4-BE49-F238E27FC236}">
                <a16:creationId xmlns:a16="http://schemas.microsoft.com/office/drawing/2014/main" xmlns="" id="{21D67D37-1E88-20FB-EA2C-C22CAB19F022}"/>
              </a:ext>
            </a:extLst>
          </p:cNvPr>
          <p:cNvSpPr>
            <a:spLocks noGrp="1"/>
          </p:cNvSpPr>
          <p:nvPr>
            <p:ph type="ftr" sz="quarter" idx="11"/>
          </p:nvPr>
        </p:nvSpPr>
        <p:spPr/>
        <p:txBody>
          <a:bodyPr/>
          <a:lstStyle/>
          <a:p>
            <a:endParaRPr lang="zh-TW" altLang="en-US">
              <a:solidFill>
                <a:prstClr val="black">
                  <a:tint val="82000"/>
                </a:prstClr>
              </a:solidFill>
            </a:endParaRPr>
          </a:p>
        </p:txBody>
      </p:sp>
      <p:sp>
        <p:nvSpPr>
          <p:cNvPr id="6" name="投影片編號版面配置區 5">
            <a:extLst>
              <a:ext uri="{FF2B5EF4-FFF2-40B4-BE49-F238E27FC236}">
                <a16:creationId xmlns:a16="http://schemas.microsoft.com/office/drawing/2014/main" xmlns="" id="{3AAB2E80-0CE9-332B-E970-7363AEA3ACBB}"/>
              </a:ext>
            </a:extLst>
          </p:cNvPr>
          <p:cNvSpPr>
            <a:spLocks noGrp="1"/>
          </p:cNvSpPr>
          <p:nvPr>
            <p:ph type="sldNum" sz="quarter" idx="12"/>
          </p:nvPr>
        </p:nvSpPr>
        <p:spPr/>
        <p:txBody>
          <a:bodyPr/>
          <a:lstStyle/>
          <a:p>
            <a:fld id="{0B3BE1AA-9266-49C7-8836-D5B10DA199CD}" type="slidenum">
              <a:rPr lang="zh-TW" altLang="en-US" smtClean="0">
                <a:solidFill>
                  <a:prstClr val="black">
                    <a:tint val="82000"/>
                  </a:prstClr>
                </a:solidFill>
              </a:rPr>
              <a:pPr/>
              <a:t>‹#›</a:t>
            </a:fld>
            <a:endParaRPr lang="zh-TW" altLang="en-US">
              <a:solidFill>
                <a:prstClr val="black">
                  <a:tint val="82000"/>
                </a:prstClr>
              </a:solidFill>
            </a:endParaRPr>
          </a:p>
        </p:txBody>
      </p:sp>
    </p:spTree>
    <p:extLst>
      <p:ext uri="{BB962C8B-B14F-4D97-AF65-F5344CB8AC3E}">
        <p14:creationId xmlns:p14="http://schemas.microsoft.com/office/powerpoint/2010/main" val="15154306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章節頁_V1-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文字版面配置區 26">
            <a:extLst>
              <a:ext uri="{FF2B5EF4-FFF2-40B4-BE49-F238E27FC236}">
                <a16:creationId xmlns:a16="http://schemas.microsoft.com/office/drawing/2014/main" xmlns="" id="{675A5165-C440-F163-C6DE-4DFF00D019AC}"/>
              </a:ext>
            </a:extLst>
          </p:cNvPr>
          <p:cNvSpPr>
            <a:spLocks noGrp="1"/>
          </p:cNvSpPr>
          <p:nvPr>
            <p:ph type="body" sz="quarter" idx="15" hasCustomPrompt="1"/>
          </p:nvPr>
        </p:nvSpPr>
        <p:spPr>
          <a:xfrm>
            <a:off x="342793" y="1851246"/>
            <a:ext cx="2702441" cy="1877459"/>
          </a:xfrm>
          <a:prstGeom prst="rect">
            <a:avLst/>
          </a:prstGeom>
        </p:spPr>
        <p:txBody>
          <a:bodyPr anchor="ctr"/>
          <a:lstStyle>
            <a:lvl1pPr marL="0" indent="0" algn="l">
              <a:buNone/>
              <a:defRPr sz="16000" b="1" i="0">
                <a:solidFill>
                  <a:srgbClr val="F9B755"/>
                </a:solidFill>
                <a:latin typeface="Barlow ExtraBold" pitchFamily="2" charset="0"/>
              </a:defRPr>
            </a:lvl1pPr>
          </a:lstStyle>
          <a:p>
            <a:pPr lvl="0"/>
            <a:r>
              <a:rPr kumimoji="1" lang="en-US" altLang="zh-TW" dirty="0"/>
              <a:t>01</a:t>
            </a:r>
            <a:endParaRPr kumimoji="1" lang="zh-TW" altLang="en-US" dirty="0"/>
          </a:p>
        </p:txBody>
      </p:sp>
      <p:sp>
        <p:nvSpPr>
          <p:cNvPr id="10" name="文字版面配置區 22">
            <a:extLst>
              <a:ext uri="{FF2B5EF4-FFF2-40B4-BE49-F238E27FC236}">
                <a16:creationId xmlns:a16="http://schemas.microsoft.com/office/drawing/2014/main" xmlns="" id="{F287A7C6-28E1-27AF-1A0C-0C8B664A3F9A}"/>
              </a:ext>
            </a:extLst>
          </p:cNvPr>
          <p:cNvSpPr>
            <a:spLocks noGrp="1"/>
          </p:cNvSpPr>
          <p:nvPr>
            <p:ph type="body" sz="quarter" idx="13" hasCustomPrompt="1"/>
          </p:nvPr>
        </p:nvSpPr>
        <p:spPr>
          <a:xfrm>
            <a:off x="350767" y="3728705"/>
            <a:ext cx="7529623" cy="1084522"/>
          </a:xfrm>
          <a:prstGeom prst="rect">
            <a:avLst/>
          </a:prstGeom>
        </p:spPr>
        <p:txBody>
          <a:bodyPr anchor="ctr"/>
          <a:lstStyle>
            <a:lvl1pPr marL="0" indent="0">
              <a:buNone/>
              <a:defRPr sz="3600" b="1" i="0" spc="100" baseline="0">
                <a:solidFill>
                  <a:srgbClr val="FFFFFF"/>
                </a:solidFill>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36pt</a:t>
            </a:r>
            <a:endParaRPr kumimoji="1" lang="zh-TW" altLang="en-US" dirty="0"/>
          </a:p>
        </p:txBody>
      </p:sp>
      <p:sp>
        <p:nvSpPr>
          <p:cNvPr id="3" name="Watermark Text"/>
          <p:cNvSpPr>
            <a:spLocks noGrp="1"/>
          </p:cNvSpPr>
          <p:nvPr/>
        </p:nvSpPr>
        <p:spPr>
          <a:xfrm>
            <a:off x="0" y="6553200"/>
            <a:ext cx="9144000" cy="304800"/>
          </a:xfrm>
          <a:ln>
            <a:noFill/>
          </a:ln>
        </p:spPr>
        <p:txBody>
          <a:bodyPr/>
          <a:lstStyle/>
          <a:p>
            <a:pPr eaLnBrk="1" fontAlgn="auto" hangingPunct="1">
              <a:spcBef>
                <a:spcPts val="0"/>
              </a:spcBef>
              <a:spcAft>
                <a:spcPts val="0"/>
              </a:spcAft>
              <a:defRPr/>
            </a:pPr>
            <a:endParaRPr sz="1400" b="1" dirty="0">
              <a:solidFill>
                <a:srgbClr val="000000"/>
              </a:solidFill>
              <a:latin typeface="Microsoft JhengHei"/>
              <a:ea typeface="微軟正黑體"/>
            </a:endParaRPr>
          </a:p>
        </p:txBody>
      </p:sp>
    </p:spTree>
    <p:extLst>
      <p:ext uri="{BB962C8B-B14F-4D97-AF65-F5344CB8AC3E}">
        <p14:creationId xmlns:p14="http://schemas.microsoft.com/office/powerpoint/2010/main" val="197662959"/>
      </p:ext>
    </p:extLst>
  </p:cSld>
  <p:clrMapOvr>
    <a:masterClrMapping/>
  </p:clrMapOvr>
</p:sldLayout>
</file>

<file path=ppt/slideLayouts/slideLayout28.xml><?xml version="1.0" encoding="utf-8"?>
<p:sldLayout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reserve="1" userDrawn="1">
  <p:cSld name="封面">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文字版面配置區 13">
            <a:extLst>
              <a:ext uri="{FF2B5EF4-FFF2-40B4-BE49-F238E27FC236}">
                <a16:creationId xmlns:a16="http://schemas.microsoft.com/office/drawing/2014/main" id="{81D6F6ED-971E-E3F8-E6F6-11732A54EC15}"/>
              </a:ext>
            </a:extLst>
          </p:cNvPr>
          <p:cNvSpPr>
            <a:spLocks noGrp="1"/>
          </p:cNvSpPr>
          <p:nvPr>
            <p:ph type="body" sz="quarter" idx="14" hasCustomPrompt="1"/>
          </p:nvPr>
        </p:nvSpPr>
        <p:spPr>
          <a:xfrm>
            <a:off x="261374" y="2292824"/>
            <a:ext cx="7354710" cy="1713119"/>
          </a:xfrm>
          <a:prstGeom prst="rect">
            <a:avLst/>
          </a:prstGeom>
        </p:spPr>
        <p:txBody>
          <a:bodyPr anchor="ctr">
            <a:noAutofit/>
          </a:bodyPr>
          <a:lstStyle>
            <a:lvl1pPr marL="0" indent="0">
              <a:buNone/>
              <a:defRPr sz="5000" b="1" spc="0" baseline="0">
                <a:latin typeface="+mn-lt"/>
                <a:ea typeface="微軟正黑體" panose="020B0604030504040204" pitchFamily="34" charset="-120"/>
              </a:defRPr>
            </a:lvl1pPr>
            <a:lvl2pPr marL="457200" indent="0">
              <a:buNone/>
              <a:defRPr/>
            </a:lvl2pPr>
            <a:lvl3pPr marL="914400" indent="0">
              <a:buNone/>
              <a:defRPr/>
            </a:lvl3pPr>
            <a:lvl4pPr marL="1371600" indent="0">
              <a:buNone/>
              <a:defRPr/>
            </a:lvl4pPr>
            <a:lvl5pPr marL="1828800" indent="0">
              <a:buNone/>
              <a:defRPr/>
            </a:lvl5pPr>
          </a:lstStyle>
          <a:p>
            <a:pPr lvl="0"/>
            <a:r>
              <a:rPr lang="zh-TW" altLang="en-US" dirty="0"/>
              <a:t>主標題微軟正黑體、加粗</a:t>
            </a:r>
            <a:r>
              <a:rPr lang="en-US" altLang="zh-TW" dirty="0"/>
              <a:t>50pt</a:t>
            </a:r>
            <a:endParaRPr lang="zh-TW" altLang="en-US" dirty="0"/>
          </a:p>
        </p:txBody>
      </p:sp>
      <p:sp>
        <p:nvSpPr>
          <p:cNvPr id="26" name="文字版面配置區 25">
            <a:extLst>
              <a:ext uri="{FF2B5EF4-FFF2-40B4-BE49-F238E27FC236}">
                <a16:creationId xmlns:a16="http://schemas.microsoft.com/office/drawing/2014/main" id="{9DDE9E3D-B5F2-2EC0-B898-96E7DFE1B323}"/>
              </a:ext>
            </a:extLst>
          </p:cNvPr>
          <p:cNvSpPr>
            <a:spLocks noGrp="1"/>
          </p:cNvSpPr>
          <p:nvPr>
            <p:ph type="body" sz="quarter" idx="16" hasCustomPrompt="1"/>
          </p:nvPr>
        </p:nvSpPr>
        <p:spPr>
          <a:xfrm>
            <a:off x="8251825" y="5219128"/>
            <a:ext cx="3592513" cy="369332"/>
          </a:xfrm>
          <a:prstGeom prst="rect">
            <a:avLst/>
          </a:prstGeom>
        </p:spPr>
        <p:txBody>
          <a:bodyPr anchor="ctr"/>
          <a:lstStyle>
            <a:lvl1pPr marL="0" indent="0" algn="r">
              <a:buNone/>
              <a:defRPr sz="2000" b="1" i="0" spc="0" baseline="0">
                <a:solidFill>
                  <a:srgbClr val="F7A800"/>
                </a:solidFill>
                <a:latin typeface="+mn-lt"/>
                <a:ea typeface="微軟正黑體" panose="020B0604030504040204" pitchFamily="34" charset="-120"/>
              </a:defRPr>
            </a:lvl1pPr>
            <a:lvl2pPr algn="r">
              <a:defRPr sz="2000"/>
            </a:lvl2pPr>
            <a:lvl3pPr algn="r">
              <a:defRPr sz="2000"/>
            </a:lvl3pPr>
            <a:lvl4pPr algn="r">
              <a:defRPr sz="2000"/>
            </a:lvl4pPr>
            <a:lvl5pPr algn="r">
              <a:defRPr sz="2000"/>
            </a:lvl5pPr>
          </a:lstStyle>
          <a:p>
            <a:pPr lvl="0"/>
            <a:r>
              <a:rPr kumimoji="1" lang="zh-TW" altLang="en-US" dirty="0"/>
              <a:t>中文姓名 英文姓名</a:t>
            </a:r>
          </a:p>
        </p:txBody>
      </p:sp>
      <p:sp>
        <p:nvSpPr>
          <p:cNvPr id="27" name="文字版面配置區 25">
            <a:extLst>
              <a:ext uri="{FF2B5EF4-FFF2-40B4-BE49-F238E27FC236}">
                <a16:creationId xmlns:a16="http://schemas.microsoft.com/office/drawing/2014/main" id="{B311CCA8-B2FD-B38B-D5AF-82569563785A}"/>
              </a:ext>
            </a:extLst>
          </p:cNvPr>
          <p:cNvSpPr>
            <a:spLocks noGrp="1"/>
          </p:cNvSpPr>
          <p:nvPr>
            <p:ph type="body" sz="quarter" idx="17" hasCustomPrompt="1"/>
          </p:nvPr>
        </p:nvSpPr>
        <p:spPr>
          <a:xfrm>
            <a:off x="8251197" y="5603020"/>
            <a:ext cx="3592513" cy="369332"/>
          </a:xfrm>
          <a:prstGeom prst="rect">
            <a:avLst/>
          </a:prstGeom>
        </p:spPr>
        <p:txBody>
          <a:bodyPr anchor="ctr"/>
          <a:lstStyle>
            <a:lvl1pPr marL="0" indent="0" algn="r">
              <a:buNone/>
              <a:defRPr sz="1800" b="0" i="0" spc="0" baseline="0">
                <a:solidFill>
                  <a:srgbClr val="1A1A1A"/>
                </a:solidFill>
                <a:latin typeface="+mn-lt"/>
                <a:ea typeface="微軟正黑體" panose="020B0604030504040204" pitchFamily="34" charset="-120"/>
              </a:defRPr>
            </a:lvl1pPr>
            <a:lvl2pPr algn="r">
              <a:defRPr sz="2000"/>
            </a:lvl2pPr>
            <a:lvl3pPr algn="r">
              <a:defRPr sz="2000"/>
            </a:lvl3pPr>
            <a:lvl4pPr algn="r">
              <a:defRPr sz="2000"/>
            </a:lvl4pPr>
            <a:lvl5pPr algn="r">
              <a:defRPr sz="2000"/>
            </a:lvl5pPr>
          </a:lstStyle>
          <a:p>
            <a:pPr lvl="0"/>
            <a:r>
              <a:rPr kumimoji="1" lang="zh-TW" altLang="en-US" dirty="0"/>
              <a:t>部門 </a:t>
            </a:r>
            <a:r>
              <a:rPr kumimoji="1" lang="en-US" altLang="zh-TW" dirty="0"/>
              <a:t>/ </a:t>
            </a:r>
            <a:r>
              <a:rPr kumimoji="1" lang="zh-TW" altLang="en-US" dirty="0"/>
              <a:t>職稱</a:t>
            </a:r>
          </a:p>
        </p:txBody>
      </p:sp>
      <p:sp>
        <p:nvSpPr>
          <p:cNvPr id="28" name="文字版面配置區 25">
            <a:extLst>
              <a:ext uri="{FF2B5EF4-FFF2-40B4-BE49-F238E27FC236}">
                <a16:creationId xmlns:a16="http://schemas.microsoft.com/office/drawing/2014/main" id="{24D45B96-19CE-7A9B-AB4C-AC5F4D7EC4A9}"/>
              </a:ext>
            </a:extLst>
          </p:cNvPr>
          <p:cNvSpPr>
            <a:spLocks noGrp="1"/>
          </p:cNvSpPr>
          <p:nvPr>
            <p:ph type="body" sz="quarter" idx="18" hasCustomPrompt="1"/>
          </p:nvPr>
        </p:nvSpPr>
        <p:spPr>
          <a:xfrm>
            <a:off x="8251197" y="5996424"/>
            <a:ext cx="3592513" cy="369332"/>
          </a:xfrm>
          <a:prstGeom prst="rect">
            <a:avLst/>
          </a:prstGeom>
        </p:spPr>
        <p:txBody>
          <a:bodyPr anchor="ctr"/>
          <a:lstStyle>
            <a:lvl1pPr marL="0" indent="0" algn="r">
              <a:buNone/>
              <a:defRPr sz="1800" b="0" i="0" spc="0" baseline="0">
                <a:solidFill>
                  <a:srgbClr val="1A1A1A"/>
                </a:solidFill>
                <a:latin typeface="+mn-lt"/>
                <a:ea typeface="微軟正黑體" panose="020B0604030504040204" pitchFamily="34" charset="-120"/>
              </a:defRPr>
            </a:lvl1pPr>
            <a:lvl2pPr algn="r">
              <a:defRPr sz="2000"/>
            </a:lvl2pPr>
            <a:lvl3pPr algn="r">
              <a:defRPr sz="2000"/>
            </a:lvl3pPr>
            <a:lvl4pPr algn="r">
              <a:defRPr sz="2000"/>
            </a:lvl4pPr>
            <a:lvl5pPr algn="r">
              <a:defRPr sz="2000"/>
            </a:lvl5pPr>
          </a:lstStyle>
          <a:p>
            <a:pPr lvl="0"/>
            <a:r>
              <a:rPr kumimoji="1" lang="zh-TW" altLang="en-US" dirty="0"/>
              <a:t>西元年月日 提案日</a:t>
            </a:r>
          </a:p>
        </p:txBody>
      </p:sp>
      <p:sp>
        <p:nvSpPr>
          <p:cNvPr id="1" name="Watermark Text"/>
          <p:cNvSpPr>
            <a:spLocks noGrp="1"/>
          </p:cNvSpPr>
          <p:nvPr/>
        </p:nvSpPr>
        <p:spPr>
          <a:xfrm>
            <a:off x="1741715" y="6553200"/>
            <a:ext cx="9144000" cy="304800"/>
          </a:xfrm>
          <a:ln>
            <a:noFill/>
          </a:ln>
        </p:spPr>
        <p:txBody>
          <a:bodyPr/>
          <a:lstStyle/>
          <a:p>
            <a:pPr algn="r"/>
            <a:r>
              <a:rPr sz="1000" b="1">
                <a:solidFill>
                  <a:srgbClr val="bbbbbb"/>
                </a:solidFill>
                <a:latin typeface="Microsoft JhengHei"/>
                <a:ea typeface="微軟正黑體"/>
              </a:rPr>
              <a:t>財團法人車輛研究測試中心 hkuanyu@artc.org.tw 於 26/06/22 16:45 下載</a:t>
            </a:r>
          </a:p>
        </p:txBody>
      </p:sp>
    </p:spTree>
    <p:extLst>
      <p:ext uri="{BB962C8B-B14F-4D97-AF65-F5344CB8AC3E}">
        <p14:creationId xmlns:p14="http://schemas.microsoft.com/office/powerpoint/2010/main" val="406845568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9.xml><?xml version="1.0" encoding="utf-8"?>
<p:sldLayout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reserve="1" userDrawn="1">
  <p:cSld name="目錄_V1-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3" name="文字版面配置區 22">
            <a:extLst>
              <a:ext uri="{FF2B5EF4-FFF2-40B4-BE49-F238E27FC236}">
                <a16:creationId xmlns:a16="http://schemas.microsoft.com/office/drawing/2014/main" id="{B0409933-A18A-C5AC-BE57-8A4466BA3B51}"/>
              </a:ext>
            </a:extLst>
          </p:cNvPr>
          <p:cNvSpPr>
            <a:spLocks noGrp="1"/>
          </p:cNvSpPr>
          <p:nvPr>
            <p:ph type="body" sz="quarter" idx="13" hasCustomPrompt="1"/>
          </p:nvPr>
        </p:nvSpPr>
        <p:spPr>
          <a:xfrm>
            <a:off x="5367668" y="1290984"/>
            <a:ext cx="5986462" cy="824134"/>
          </a:xfrm>
          <a:prstGeom prst="rect">
            <a:avLst/>
          </a:prstGeom>
        </p:spPr>
        <p:txBody>
          <a:bodyPr anchor="ctr"/>
          <a:lstStyle>
            <a:lvl1pPr marL="0" indent="0">
              <a:buNone/>
              <a:defRPr sz="28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28pt</a:t>
            </a:r>
            <a:endParaRPr kumimoji="1" lang="zh-TW" altLang="en-US" dirty="0"/>
          </a:p>
        </p:txBody>
      </p:sp>
      <p:sp>
        <p:nvSpPr>
          <p:cNvPr id="25" name="文字版面配置區 22">
            <a:extLst>
              <a:ext uri="{FF2B5EF4-FFF2-40B4-BE49-F238E27FC236}">
                <a16:creationId xmlns:a16="http://schemas.microsoft.com/office/drawing/2014/main" id="{F126EF02-D763-BF59-A1F6-4E555821332E}"/>
              </a:ext>
            </a:extLst>
          </p:cNvPr>
          <p:cNvSpPr>
            <a:spLocks noGrp="1"/>
          </p:cNvSpPr>
          <p:nvPr>
            <p:ph type="body" sz="quarter" idx="14" hasCustomPrompt="1"/>
          </p:nvPr>
        </p:nvSpPr>
        <p:spPr>
          <a:xfrm>
            <a:off x="5367668" y="2388365"/>
            <a:ext cx="5986462" cy="824134"/>
          </a:xfrm>
          <a:prstGeom prst="rect">
            <a:avLst/>
          </a:prstGeom>
        </p:spPr>
        <p:txBody>
          <a:bodyPr anchor="ctr"/>
          <a:lstStyle>
            <a:lvl1pPr marL="0" indent="0">
              <a:buNone/>
              <a:defRPr sz="28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28pt</a:t>
            </a:r>
            <a:endParaRPr kumimoji="1" lang="zh-TW" altLang="en-US" dirty="0"/>
          </a:p>
        </p:txBody>
      </p:sp>
      <p:sp>
        <p:nvSpPr>
          <p:cNvPr id="27" name="文字版面配置區 26">
            <a:extLst>
              <a:ext uri="{FF2B5EF4-FFF2-40B4-BE49-F238E27FC236}">
                <a16:creationId xmlns:a16="http://schemas.microsoft.com/office/drawing/2014/main" id="{345FD165-2599-8B5B-166F-2C7F534669E1}"/>
              </a:ext>
            </a:extLst>
          </p:cNvPr>
          <p:cNvSpPr>
            <a:spLocks noGrp="1"/>
          </p:cNvSpPr>
          <p:nvPr>
            <p:ph type="body" sz="quarter" idx="15" hasCustomPrompt="1"/>
          </p:nvPr>
        </p:nvSpPr>
        <p:spPr>
          <a:xfrm>
            <a:off x="4081130" y="1284856"/>
            <a:ext cx="1171575" cy="830262"/>
          </a:xfrm>
          <a:prstGeom prst="rect">
            <a:avLst/>
          </a:prstGeom>
        </p:spPr>
        <p:txBody>
          <a:bodyPr anchor="ctr"/>
          <a:lstStyle>
            <a:lvl1pPr marL="0" indent="0" algn="ctr">
              <a:buNone/>
              <a:defRPr sz="6000" b="1" i="1">
                <a:solidFill>
                  <a:srgbClr val="D1D1D1"/>
                </a:solidFill>
                <a:latin typeface="Barlow ExtraBold" pitchFamily="2" charset="0"/>
              </a:defRPr>
            </a:lvl1pPr>
          </a:lstStyle>
          <a:p>
            <a:pPr lvl="0"/>
            <a:r>
              <a:rPr kumimoji="1" lang="en-US" altLang="zh-TW" dirty="0"/>
              <a:t>01</a:t>
            </a:r>
            <a:endParaRPr kumimoji="1" lang="zh-TW" altLang="en-US" dirty="0"/>
          </a:p>
        </p:txBody>
      </p:sp>
      <p:sp>
        <p:nvSpPr>
          <p:cNvPr id="28" name="文字版面配置區 26">
            <a:extLst>
              <a:ext uri="{FF2B5EF4-FFF2-40B4-BE49-F238E27FC236}">
                <a16:creationId xmlns:a16="http://schemas.microsoft.com/office/drawing/2014/main" id="{18671431-CF0C-5E74-E6BD-04441D64C680}"/>
              </a:ext>
            </a:extLst>
          </p:cNvPr>
          <p:cNvSpPr>
            <a:spLocks noGrp="1"/>
          </p:cNvSpPr>
          <p:nvPr>
            <p:ph type="body" sz="quarter" idx="16" hasCustomPrompt="1"/>
          </p:nvPr>
        </p:nvSpPr>
        <p:spPr>
          <a:xfrm>
            <a:off x="4081130" y="2384650"/>
            <a:ext cx="1171575" cy="830262"/>
          </a:xfrm>
          <a:prstGeom prst="rect">
            <a:avLst/>
          </a:prstGeom>
        </p:spPr>
        <p:txBody>
          <a:bodyPr anchor="ctr"/>
          <a:lstStyle>
            <a:lvl1pPr marL="0" indent="0" algn="ctr">
              <a:buNone/>
              <a:defRPr sz="6000" b="1" i="1">
                <a:solidFill>
                  <a:srgbClr val="D1D1D1"/>
                </a:solidFill>
                <a:latin typeface="Barlow ExtraBold" pitchFamily="2" charset="0"/>
              </a:defRPr>
            </a:lvl1pPr>
          </a:lstStyle>
          <a:p>
            <a:pPr lvl="0"/>
            <a:r>
              <a:rPr kumimoji="1" lang="en-US" altLang="zh-TW" dirty="0"/>
              <a:t>02</a:t>
            </a:r>
            <a:endParaRPr kumimoji="1" lang="zh-TW" altLang="en-US" dirty="0"/>
          </a:p>
        </p:txBody>
      </p:sp>
      <p:sp>
        <p:nvSpPr>
          <p:cNvPr id="29" name="文字版面配置區 26">
            <a:extLst>
              <a:ext uri="{FF2B5EF4-FFF2-40B4-BE49-F238E27FC236}">
                <a16:creationId xmlns:a16="http://schemas.microsoft.com/office/drawing/2014/main" id="{9040CA61-5248-2DF4-9887-2B4A84395C10}"/>
              </a:ext>
            </a:extLst>
          </p:cNvPr>
          <p:cNvSpPr>
            <a:spLocks noGrp="1"/>
          </p:cNvSpPr>
          <p:nvPr>
            <p:ph type="body" sz="quarter" idx="17" hasCustomPrompt="1"/>
          </p:nvPr>
        </p:nvSpPr>
        <p:spPr>
          <a:xfrm>
            <a:off x="4081130" y="3484444"/>
            <a:ext cx="1171575" cy="830262"/>
          </a:xfrm>
          <a:prstGeom prst="rect">
            <a:avLst/>
          </a:prstGeom>
        </p:spPr>
        <p:txBody>
          <a:bodyPr anchor="ctr"/>
          <a:lstStyle>
            <a:lvl1pPr marL="0" indent="0" algn="ctr">
              <a:buNone/>
              <a:defRPr sz="6000" b="1" i="1">
                <a:solidFill>
                  <a:srgbClr val="D1D1D1"/>
                </a:solidFill>
                <a:latin typeface="Barlow ExtraBold" pitchFamily="2" charset="0"/>
              </a:defRPr>
            </a:lvl1pPr>
          </a:lstStyle>
          <a:p>
            <a:pPr lvl="0"/>
            <a:r>
              <a:rPr kumimoji="1" lang="en-US" altLang="zh-TW" dirty="0"/>
              <a:t>03</a:t>
            </a:r>
            <a:endParaRPr kumimoji="1" lang="zh-TW" altLang="en-US" dirty="0"/>
          </a:p>
        </p:txBody>
      </p:sp>
      <p:sp>
        <p:nvSpPr>
          <p:cNvPr id="30" name="文字版面配置區 26">
            <a:extLst>
              <a:ext uri="{FF2B5EF4-FFF2-40B4-BE49-F238E27FC236}">
                <a16:creationId xmlns:a16="http://schemas.microsoft.com/office/drawing/2014/main" id="{DC18B425-DD11-E5F7-BE29-42510B962DA0}"/>
              </a:ext>
            </a:extLst>
          </p:cNvPr>
          <p:cNvSpPr>
            <a:spLocks noGrp="1"/>
          </p:cNvSpPr>
          <p:nvPr>
            <p:ph type="body" sz="quarter" idx="18" hasCustomPrompt="1"/>
          </p:nvPr>
        </p:nvSpPr>
        <p:spPr>
          <a:xfrm>
            <a:off x="4081130" y="4584237"/>
            <a:ext cx="1171575" cy="830262"/>
          </a:xfrm>
          <a:prstGeom prst="rect">
            <a:avLst/>
          </a:prstGeom>
        </p:spPr>
        <p:txBody>
          <a:bodyPr anchor="ctr"/>
          <a:lstStyle>
            <a:lvl1pPr marL="0" indent="0" algn="ctr">
              <a:buNone/>
              <a:defRPr sz="6000" b="1" i="1">
                <a:solidFill>
                  <a:srgbClr val="D1D1D1"/>
                </a:solidFill>
                <a:latin typeface="Barlow ExtraBold" pitchFamily="2" charset="0"/>
              </a:defRPr>
            </a:lvl1pPr>
          </a:lstStyle>
          <a:p>
            <a:pPr lvl="0"/>
            <a:r>
              <a:rPr kumimoji="1" lang="en-US" altLang="zh-TW" dirty="0"/>
              <a:t>04</a:t>
            </a:r>
            <a:endParaRPr kumimoji="1" lang="zh-TW" altLang="en-US" dirty="0"/>
          </a:p>
        </p:txBody>
      </p:sp>
      <p:sp>
        <p:nvSpPr>
          <p:cNvPr id="31" name="文字版面配置區 22">
            <a:extLst>
              <a:ext uri="{FF2B5EF4-FFF2-40B4-BE49-F238E27FC236}">
                <a16:creationId xmlns:a16="http://schemas.microsoft.com/office/drawing/2014/main" id="{3C29DFE6-3793-D213-D911-8A115541E2A7}"/>
              </a:ext>
            </a:extLst>
          </p:cNvPr>
          <p:cNvSpPr>
            <a:spLocks noGrp="1"/>
          </p:cNvSpPr>
          <p:nvPr>
            <p:ph type="body" sz="quarter" idx="19" hasCustomPrompt="1"/>
          </p:nvPr>
        </p:nvSpPr>
        <p:spPr>
          <a:xfrm>
            <a:off x="5367338" y="3485746"/>
            <a:ext cx="5986462" cy="824134"/>
          </a:xfrm>
          <a:prstGeom prst="rect">
            <a:avLst/>
          </a:prstGeom>
        </p:spPr>
        <p:txBody>
          <a:bodyPr anchor="ctr"/>
          <a:lstStyle>
            <a:lvl1pPr marL="0" indent="0">
              <a:buNone/>
              <a:defRPr sz="28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28pt</a:t>
            </a:r>
            <a:endParaRPr kumimoji="1" lang="zh-TW" altLang="en-US" dirty="0"/>
          </a:p>
        </p:txBody>
      </p:sp>
      <p:sp>
        <p:nvSpPr>
          <p:cNvPr id="32" name="文字版面配置區 22">
            <a:extLst>
              <a:ext uri="{FF2B5EF4-FFF2-40B4-BE49-F238E27FC236}">
                <a16:creationId xmlns:a16="http://schemas.microsoft.com/office/drawing/2014/main" id="{A7D73FCC-B809-AEF3-C54E-D2792F90E127}"/>
              </a:ext>
            </a:extLst>
          </p:cNvPr>
          <p:cNvSpPr>
            <a:spLocks noGrp="1"/>
          </p:cNvSpPr>
          <p:nvPr>
            <p:ph type="body" sz="quarter" idx="20" hasCustomPrompt="1"/>
          </p:nvPr>
        </p:nvSpPr>
        <p:spPr>
          <a:xfrm>
            <a:off x="5367338" y="4583128"/>
            <a:ext cx="5986462" cy="824134"/>
          </a:xfrm>
          <a:prstGeom prst="rect">
            <a:avLst/>
          </a:prstGeom>
        </p:spPr>
        <p:txBody>
          <a:bodyPr anchor="ctr"/>
          <a:lstStyle>
            <a:lvl1pPr marL="0" indent="0">
              <a:buNone/>
              <a:defRPr sz="28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28pt</a:t>
            </a:r>
            <a:endParaRPr kumimoji="1" lang="zh-TW" altLang="en-US" dirty="0"/>
          </a:p>
        </p:txBody>
      </p:sp>
      <p:sp>
        <p:nvSpPr>
          <p:cNvPr id="4" name="投影片編號版面配置區 5">
            <a:extLst>
              <a:ext uri="{FF2B5EF4-FFF2-40B4-BE49-F238E27FC236}">
                <a16:creationId xmlns:a16="http://schemas.microsoft.com/office/drawing/2014/main" id="{6F20CEC1-8B87-8DFD-D62F-4382C12191C4}"/>
              </a:ext>
            </a:extLst>
          </p:cNvPr>
          <p:cNvSpPr>
            <a:spLocks noGrp="1"/>
          </p:cNvSpPr>
          <p:nvPr>
            <p:ph type="sldNum" sz="quarter" idx="12"/>
          </p:nvPr>
        </p:nvSpPr>
        <p:spPr>
          <a:xfrm>
            <a:off x="36546" y="6473108"/>
            <a:ext cx="288000" cy="347626"/>
          </a:xfrm>
          <a:prstGeom prst="rect">
            <a:avLst/>
          </a:prstGeom>
        </p:spPr>
        <p:txBody>
          <a:bodyPr lIns="0" tIns="0" rIns="0" bIns="0" anchor="ctr"/>
          <a:lstStyle>
            <a:lvl1pPr algn="ctr">
              <a:defRPr sz="1000" b="0" i="0">
                <a:solidFill>
                  <a:schemeClr val="bg1">
                    <a:lumMod val="65000"/>
                  </a:schemeClr>
                </a:solidFill>
                <a:latin typeface="Microsoft JhengHei" panose="020B0604030504040204" pitchFamily="34" charset="-120"/>
                <a:ea typeface="Microsoft JhengHei" panose="020B0604030504040204" pitchFamily="34" charset="-120"/>
                <a:cs typeface="Calibri" panose="020F0502020204030204" pitchFamily="34" charset="0"/>
              </a:defRPr>
            </a:lvl1pPr>
          </a:lstStyle>
          <a:p>
            <a:pPr>
              <a:defRPr/>
            </a:pPr>
            <a:fld id="{F5001EEF-C424-4B42-B687-322AC81C41E8}" type="slidenum">
              <a:rPr lang="zh-TW" altLang="en-US" smtClean="0">
                <a:solidFill>
                  <a:srgbClr val="FFFFFF">
                    <a:lumMod val="65000"/>
                  </a:srgbClr>
                </a:solidFill>
              </a:rPr>
              <a:pPr>
                <a:defRPr/>
              </a:pPr>
              <a:t>‹#›</a:t>
            </a:fld>
            <a:endParaRPr lang="zh-TW" altLang="en-US" dirty="0">
              <a:solidFill>
                <a:srgbClr val="FFFFFF">
                  <a:lumMod val="65000"/>
                </a:srgbClr>
              </a:solidFill>
            </a:endParaRPr>
          </a:p>
        </p:txBody>
      </p:sp>
      <p:sp>
        <p:nvSpPr>
          <p:cNvPr id="1" name="Watermark Text"/>
          <p:cNvSpPr>
            <a:spLocks noGrp="1"/>
          </p:cNvSpPr>
          <p:nvPr/>
        </p:nvSpPr>
        <p:spPr>
          <a:xfrm>
            <a:off x="1741715" y="6553200"/>
            <a:ext cx="9144000" cy="304800"/>
          </a:xfrm>
          <a:ln>
            <a:noFill/>
          </a:ln>
        </p:spPr>
        <p:txBody>
          <a:bodyPr/>
          <a:lstStyle/>
          <a:p>
            <a:pPr algn="r"/>
            <a:r>
              <a:rPr sz="1000" b="1">
                <a:solidFill>
                  <a:srgbClr val="bbbbbb"/>
                </a:solidFill>
                <a:latin typeface="Microsoft JhengHei"/>
                <a:ea typeface="微軟正黑體"/>
              </a:rPr>
              <a:t>財團法人車輛研究測試中心 hkuanyu@artc.org.tw 於 26/06/22 16:45 下載</a:t>
            </a:r>
          </a:p>
        </p:txBody>
      </p:sp>
    </p:spTree>
    <p:extLst>
      <p:ext uri="{BB962C8B-B14F-4D97-AF65-F5344CB8AC3E}">
        <p14:creationId xmlns:p14="http://schemas.microsoft.com/office/powerpoint/2010/main" val="369768071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0.xml><?xml version="1.0" encoding="utf-8"?>
<p:sldLayout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reserve="1" userDrawn="1">
  <p:cSld name="目錄_V1-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3" name="文字版面配置區 22">
            <a:extLst>
              <a:ext uri="{FF2B5EF4-FFF2-40B4-BE49-F238E27FC236}">
                <a16:creationId xmlns:a16="http://schemas.microsoft.com/office/drawing/2014/main" id="{B0409933-A18A-C5AC-BE57-8A4466BA3B51}"/>
              </a:ext>
            </a:extLst>
          </p:cNvPr>
          <p:cNvSpPr>
            <a:spLocks noGrp="1"/>
          </p:cNvSpPr>
          <p:nvPr>
            <p:ph type="body" sz="quarter" idx="13" hasCustomPrompt="1"/>
          </p:nvPr>
        </p:nvSpPr>
        <p:spPr>
          <a:xfrm>
            <a:off x="5367668" y="1290984"/>
            <a:ext cx="5986462" cy="824134"/>
          </a:xfrm>
          <a:prstGeom prst="rect">
            <a:avLst/>
          </a:prstGeom>
        </p:spPr>
        <p:txBody>
          <a:bodyPr anchor="ctr"/>
          <a:lstStyle>
            <a:lvl1pPr marL="0" indent="0">
              <a:buNone/>
              <a:defRPr sz="28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28pt</a:t>
            </a:r>
            <a:endParaRPr kumimoji="1" lang="zh-TW" altLang="en-US" dirty="0"/>
          </a:p>
        </p:txBody>
      </p:sp>
      <p:sp>
        <p:nvSpPr>
          <p:cNvPr id="25" name="文字版面配置區 22">
            <a:extLst>
              <a:ext uri="{FF2B5EF4-FFF2-40B4-BE49-F238E27FC236}">
                <a16:creationId xmlns:a16="http://schemas.microsoft.com/office/drawing/2014/main" id="{F126EF02-D763-BF59-A1F6-4E555821332E}"/>
              </a:ext>
            </a:extLst>
          </p:cNvPr>
          <p:cNvSpPr>
            <a:spLocks noGrp="1"/>
          </p:cNvSpPr>
          <p:nvPr>
            <p:ph type="body" sz="quarter" idx="14" hasCustomPrompt="1"/>
          </p:nvPr>
        </p:nvSpPr>
        <p:spPr>
          <a:xfrm>
            <a:off x="5367668" y="2388365"/>
            <a:ext cx="5986462" cy="824134"/>
          </a:xfrm>
          <a:prstGeom prst="rect">
            <a:avLst/>
          </a:prstGeom>
        </p:spPr>
        <p:txBody>
          <a:bodyPr anchor="ctr"/>
          <a:lstStyle>
            <a:lvl1pPr marL="0" indent="0">
              <a:buNone/>
              <a:defRPr sz="28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28pt</a:t>
            </a:r>
            <a:endParaRPr kumimoji="1" lang="zh-TW" altLang="en-US" dirty="0"/>
          </a:p>
        </p:txBody>
      </p:sp>
      <p:sp>
        <p:nvSpPr>
          <p:cNvPr id="27" name="文字版面配置區 26">
            <a:extLst>
              <a:ext uri="{FF2B5EF4-FFF2-40B4-BE49-F238E27FC236}">
                <a16:creationId xmlns:a16="http://schemas.microsoft.com/office/drawing/2014/main" id="{345FD165-2599-8B5B-166F-2C7F534669E1}"/>
              </a:ext>
            </a:extLst>
          </p:cNvPr>
          <p:cNvSpPr>
            <a:spLocks noGrp="1"/>
          </p:cNvSpPr>
          <p:nvPr>
            <p:ph type="body" sz="quarter" idx="15" hasCustomPrompt="1"/>
          </p:nvPr>
        </p:nvSpPr>
        <p:spPr>
          <a:xfrm>
            <a:off x="4081130" y="1284856"/>
            <a:ext cx="1171575" cy="830262"/>
          </a:xfrm>
          <a:prstGeom prst="rect">
            <a:avLst/>
          </a:prstGeom>
        </p:spPr>
        <p:txBody>
          <a:bodyPr anchor="ctr"/>
          <a:lstStyle>
            <a:lvl1pPr marL="0" indent="0" algn="ctr">
              <a:buNone/>
              <a:defRPr sz="6000" b="1" i="1">
                <a:solidFill>
                  <a:srgbClr val="D1D1D1"/>
                </a:solidFill>
                <a:latin typeface="Barlow ExtraBold" pitchFamily="2" charset="0"/>
              </a:defRPr>
            </a:lvl1pPr>
          </a:lstStyle>
          <a:p>
            <a:pPr lvl="0"/>
            <a:r>
              <a:rPr kumimoji="1" lang="en-US" altLang="zh-TW" dirty="0"/>
              <a:t>01</a:t>
            </a:r>
            <a:endParaRPr kumimoji="1" lang="zh-TW" altLang="en-US" dirty="0"/>
          </a:p>
        </p:txBody>
      </p:sp>
      <p:sp>
        <p:nvSpPr>
          <p:cNvPr id="28" name="文字版面配置區 26">
            <a:extLst>
              <a:ext uri="{FF2B5EF4-FFF2-40B4-BE49-F238E27FC236}">
                <a16:creationId xmlns:a16="http://schemas.microsoft.com/office/drawing/2014/main" id="{18671431-CF0C-5E74-E6BD-04441D64C680}"/>
              </a:ext>
            </a:extLst>
          </p:cNvPr>
          <p:cNvSpPr>
            <a:spLocks noGrp="1"/>
          </p:cNvSpPr>
          <p:nvPr>
            <p:ph type="body" sz="quarter" idx="16" hasCustomPrompt="1"/>
          </p:nvPr>
        </p:nvSpPr>
        <p:spPr>
          <a:xfrm>
            <a:off x="4081130" y="2384650"/>
            <a:ext cx="1171575" cy="830262"/>
          </a:xfrm>
          <a:prstGeom prst="rect">
            <a:avLst/>
          </a:prstGeom>
        </p:spPr>
        <p:txBody>
          <a:bodyPr anchor="ctr"/>
          <a:lstStyle>
            <a:lvl1pPr marL="0" indent="0" algn="ctr">
              <a:buNone/>
              <a:defRPr sz="6000" b="1" i="1">
                <a:solidFill>
                  <a:srgbClr val="D1D1D1"/>
                </a:solidFill>
                <a:latin typeface="Barlow ExtraBold" pitchFamily="2" charset="0"/>
              </a:defRPr>
            </a:lvl1pPr>
          </a:lstStyle>
          <a:p>
            <a:pPr lvl="0"/>
            <a:r>
              <a:rPr kumimoji="1" lang="en-US" altLang="zh-TW" dirty="0"/>
              <a:t>02</a:t>
            </a:r>
            <a:endParaRPr kumimoji="1" lang="zh-TW" altLang="en-US" dirty="0"/>
          </a:p>
        </p:txBody>
      </p:sp>
      <p:sp>
        <p:nvSpPr>
          <p:cNvPr id="29" name="文字版面配置區 26">
            <a:extLst>
              <a:ext uri="{FF2B5EF4-FFF2-40B4-BE49-F238E27FC236}">
                <a16:creationId xmlns:a16="http://schemas.microsoft.com/office/drawing/2014/main" id="{9040CA61-5248-2DF4-9887-2B4A84395C10}"/>
              </a:ext>
            </a:extLst>
          </p:cNvPr>
          <p:cNvSpPr>
            <a:spLocks noGrp="1"/>
          </p:cNvSpPr>
          <p:nvPr>
            <p:ph type="body" sz="quarter" idx="17" hasCustomPrompt="1"/>
          </p:nvPr>
        </p:nvSpPr>
        <p:spPr>
          <a:xfrm>
            <a:off x="4081130" y="3484444"/>
            <a:ext cx="1171575" cy="830262"/>
          </a:xfrm>
          <a:prstGeom prst="rect">
            <a:avLst/>
          </a:prstGeom>
        </p:spPr>
        <p:txBody>
          <a:bodyPr anchor="ctr"/>
          <a:lstStyle>
            <a:lvl1pPr marL="0" indent="0" algn="ctr">
              <a:buNone/>
              <a:defRPr sz="6000" b="1" i="1">
                <a:solidFill>
                  <a:srgbClr val="D1D1D1"/>
                </a:solidFill>
                <a:latin typeface="Barlow ExtraBold" pitchFamily="2" charset="0"/>
              </a:defRPr>
            </a:lvl1pPr>
          </a:lstStyle>
          <a:p>
            <a:pPr lvl="0"/>
            <a:r>
              <a:rPr kumimoji="1" lang="en-US" altLang="zh-TW" dirty="0"/>
              <a:t>03</a:t>
            </a:r>
            <a:endParaRPr kumimoji="1" lang="zh-TW" altLang="en-US" dirty="0"/>
          </a:p>
        </p:txBody>
      </p:sp>
      <p:sp>
        <p:nvSpPr>
          <p:cNvPr id="30" name="文字版面配置區 26">
            <a:extLst>
              <a:ext uri="{FF2B5EF4-FFF2-40B4-BE49-F238E27FC236}">
                <a16:creationId xmlns:a16="http://schemas.microsoft.com/office/drawing/2014/main" id="{DC18B425-DD11-E5F7-BE29-42510B962DA0}"/>
              </a:ext>
            </a:extLst>
          </p:cNvPr>
          <p:cNvSpPr>
            <a:spLocks noGrp="1"/>
          </p:cNvSpPr>
          <p:nvPr>
            <p:ph type="body" sz="quarter" idx="18" hasCustomPrompt="1"/>
          </p:nvPr>
        </p:nvSpPr>
        <p:spPr>
          <a:xfrm>
            <a:off x="4081130" y="4584237"/>
            <a:ext cx="1171575" cy="830262"/>
          </a:xfrm>
          <a:prstGeom prst="rect">
            <a:avLst/>
          </a:prstGeom>
        </p:spPr>
        <p:txBody>
          <a:bodyPr anchor="ctr"/>
          <a:lstStyle>
            <a:lvl1pPr marL="0" indent="0" algn="ctr">
              <a:buNone/>
              <a:defRPr sz="6000" b="1" i="1">
                <a:solidFill>
                  <a:srgbClr val="D1D1D1"/>
                </a:solidFill>
                <a:latin typeface="Barlow ExtraBold" pitchFamily="2" charset="0"/>
              </a:defRPr>
            </a:lvl1pPr>
          </a:lstStyle>
          <a:p>
            <a:pPr lvl="0"/>
            <a:r>
              <a:rPr kumimoji="1" lang="en-US" altLang="zh-TW" dirty="0"/>
              <a:t>04</a:t>
            </a:r>
            <a:endParaRPr kumimoji="1" lang="zh-TW" altLang="en-US" dirty="0"/>
          </a:p>
        </p:txBody>
      </p:sp>
      <p:sp>
        <p:nvSpPr>
          <p:cNvPr id="31" name="文字版面配置區 22">
            <a:extLst>
              <a:ext uri="{FF2B5EF4-FFF2-40B4-BE49-F238E27FC236}">
                <a16:creationId xmlns:a16="http://schemas.microsoft.com/office/drawing/2014/main" id="{3C29DFE6-3793-D213-D911-8A115541E2A7}"/>
              </a:ext>
            </a:extLst>
          </p:cNvPr>
          <p:cNvSpPr>
            <a:spLocks noGrp="1"/>
          </p:cNvSpPr>
          <p:nvPr>
            <p:ph type="body" sz="quarter" idx="19" hasCustomPrompt="1"/>
          </p:nvPr>
        </p:nvSpPr>
        <p:spPr>
          <a:xfrm>
            <a:off x="5367338" y="3485746"/>
            <a:ext cx="5986462" cy="824134"/>
          </a:xfrm>
          <a:prstGeom prst="rect">
            <a:avLst/>
          </a:prstGeom>
        </p:spPr>
        <p:txBody>
          <a:bodyPr anchor="ctr"/>
          <a:lstStyle>
            <a:lvl1pPr marL="0" indent="0">
              <a:buNone/>
              <a:defRPr sz="28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28pt</a:t>
            </a:r>
            <a:endParaRPr kumimoji="1" lang="zh-TW" altLang="en-US" dirty="0"/>
          </a:p>
        </p:txBody>
      </p:sp>
      <p:sp>
        <p:nvSpPr>
          <p:cNvPr id="32" name="文字版面配置區 22">
            <a:extLst>
              <a:ext uri="{FF2B5EF4-FFF2-40B4-BE49-F238E27FC236}">
                <a16:creationId xmlns:a16="http://schemas.microsoft.com/office/drawing/2014/main" id="{A7D73FCC-B809-AEF3-C54E-D2792F90E127}"/>
              </a:ext>
            </a:extLst>
          </p:cNvPr>
          <p:cNvSpPr>
            <a:spLocks noGrp="1"/>
          </p:cNvSpPr>
          <p:nvPr>
            <p:ph type="body" sz="quarter" idx="20" hasCustomPrompt="1"/>
          </p:nvPr>
        </p:nvSpPr>
        <p:spPr>
          <a:xfrm>
            <a:off x="5367338" y="4583128"/>
            <a:ext cx="5986462" cy="824134"/>
          </a:xfrm>
          <a:prstGeom prst="rect">
            <a:avLst/>
          </a:prstGeom>
        </p:spPr>
        <p:txBody>
          <a:bodyPr anchor="ctr"/>
          <a:lstStyle>
            <a:lvl1pPr marL="0" indent="0">
              <a:buNone/>
              <a:defRPr sz="28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28pt</a:t>
            </a:r>
            <a:endParaRPr kumimoji="1" lang="zh-TW" altLang="en-US" dirty="0"/>
          </a:p>
        </p:txBody>
      </p:sp>
      <p:sp>
        <p:nvSpPr>
          <p:cNvPr id="4" name="投影片編號版面配置區 5">
            <a:extLst>
              <a:ext uri="{FF2B5EF4-FFF2-40B4-BE49-F238E27FC236}">
                <a16:creationId xmlns:a16="http://schemas.microsoft.com/office/drawing/2014/main" id="{6F20CEC1-8B87-8DFD-D62F-4382C12191C4}"/>
              </a:ext>
            </a:extLst>
          </p:cNvPr>
          <p:cNvSpPr>
            <a:spLocks noGrp="1"/>
          </p:cNvSpPr>
          <p:nvPr>
            <p:ph type="sldNum" sz="quarter" idx="12"/>
          </p:nvPr>
        </p:nvSpPr>
        <p:spPr>
          <a:xfrm>
            <a:off x="36546" y="6473108"/>
            <a:ext cx="288000" cy="347626"/>
          </a:xfrm>
          <a:prstGeom prst="rect">
            <a:avLst/>
          </a:prstGeom>
        </p:spPr>
        <p:txBody>
          <a:bodyPr lIns="0" tIns="0" rIns="0" bIns="0" anchor="ctr"/>
          <a:lstStyle>
            <a:lvl1pPr algn="ctr">
              <a:defRPr sz="1000" b="0" i="0">
                <a:solidFill>
                  <a:schemeClr val="bg1">
                    <a:lumMod val="65000"/>
                  </a:schemeClr>
                </a:solidFill>
                <a:latin typeface="Microsoft JhengHei" panose="020B0604030504040204" pitchFamily="34" charset="-120"/>
                <a:ea typeface="Microsoft JhengHei" panose="020B0604030504040204" pitchFamily="34" charset="-120"/>
                <a:cs typeface="Calibri" panose="020F0502020204030204" pitchFamily="34" charset="0"/>
              </a:defRPr>
            </a:lvl1pPr>
          </a:lstStyle>
          <a:p>
            <a:pPr>
              <a:defRPr/>
            </a:pPr>
            <a:fld id="{F5001EEF-C424-4B42-B687-322AC81C41E8}" type="slidenum">
              <a:rPr lang="zh-TW" altLang="en-US" smtClean="0">
                <a:solidFill>
                  <a:srgbClr val="FFFFFF">
                    <a:lumMod val="65000"/>
                  </a:srgbClr>
                </a:solidFill>
              </a:rPr>
              <a:pPr>
                <a:defRPr/>
              </a:pPr>
              <a:t>‹#›</a:t>
            </a:fld>
            <a:endParaRPr lang="zh-TW" altLang="en-US" dirty="0">
              <a:solidFill>
                <a:srgbClr val="FFFFFF">
                  <a:lumMod val="65000"/>
                </a:srgbClr>
              </a:solidFill>
            </a:endParaRPr>
          </a:p>
        </p:txBody>
      </p:sp>
      <p:sp>
        <p:nvSpPr>
          <p:cNvPr id="1" name="Watermark Text"/>
          <p:cNvSpPr>
            <a:spLocks noGrp="1"/>
          </p:cNvSpPr>
          <p:nvPr/>
        </p:nvSpPr>
        <p:spPr>
          <a:xfrm>
            <a:off x="1741715" y="6553200"/>
            <a:ext cx="9144000" cy="304800"/>
          </a:xfrm>
          <a:ln>
            <a:noFill/>
          </a:ln>
        </p:spPr>
        <p:txBody>
          <a:bodyPr/>
          <a:lstStyle/>
          <a:p>
            <a:pPr algn="r"/>
            <a:r>
              <a:rPr sz="1000" b="1">
                <a:solidFill>
                  <a:srgbClr val="bbbbbb"/>
                </a:solidFill>
                <a:latin typeface="Microsoft JhengHei"/>
                <a:ea typeface="微軟正黑體"/>
              </a:rPr>
              <a:t>財團法人車輛研究測試中心 hkuanyu@artc.org.tw 於 26/06/22 16:45 下載</a:t>
            </a:r>
          </a:p>
        </p:txBody>
      </p:sp>
    </p:spTree>
    <p:extLst>
      <p:ext uri="{BB962C8B-B14F-4D97-AF65-F5344CB8AC3E}">
        <p14:creationId xmlns:p14="http://schemas.microsoft.com/office/powerpoint/2010/main" val="328990975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1.xml><?xml version="1.0" encoding="utf-8"?>
<p:sldLayout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preserve="1" userDrawn="1">
  <p:cSld name="目錄_V1-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3" name="文字版面配置區 22">
            <a:extLst>
              <a:ext uri="{FF2B5EF4-FFF2-40B4-BE49-F238E27FC236}">
                <a16:creationId xmlns:a16="http://schemas.microsoft.com/office/drawing/2014/main" id="{B0409933-A18A-C5AC-BE57-8A4466BA3B51}"/>
              </a:ext>
            </a:extLst>
          </p:cNvPr>
          <p:cNvSpPr>
            <a:spLocks noGrp="1"/>
          </p:cNvSpPr>
          <p:nvPr>
            <p:ph type="body" sz="quarter" idx="13" hasCustomPrompt="1"/>
          </p:nvPr>
        </p:nvSpPr>
        <p:spPr>
          <a:xfrm>
            <a:off x="5367668" y="1290984"/>
            <a:ext cx="5986462" cy="824134"/>
          </a:xfrm>
          <a:prstGeom prst="rect">
            <a:avLst/>
          </a:prstGeom>
        </p:spPr>
        <p:txBody>
          <a:bodyPr anchor="ctr"/>
          <a:lstStyle>
            <a:lvl1pPr marL="0" indent="0">
              <a:buNone/>
              <a:defRPr sz="28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28pt</a:t>
            </a:r>
            <a:endParaRPr kumimoji="1" lang="zh-TW" altLang="en-US" dirty="0"/>
          </a:p>
        </p:txBody>
      </p:sp>
      <p:sp>
        <p:nvSpPr>
          <p:cNvPr id="25" name="文字版面配置區 22">
            <a:extLst>
              <a:ext uri="{FF2B5EF4-FFF2-40B4-BE49-F238E27FC236}">
                <a16:creationId xmlns:a16="http://schemas.microsoft.com/office/drawing/2014/main" id="{F126EF02-D763-BF59-A1F6-4E555821332E}"/>
              </a:ext>
            </a:extLst>
          </p:cNvPr>
          <p:cNvSpPr>
            <a:spLocks noGrp="1"/>
          </p:cNvSpPr>
          <p:nvPr>
            <p:ph type="body" sz="quarter" idx="14" hasCustomPrompt="1"/>
          </p:nvPr>
        </p:nvSpPr>
        <p:spPr>
          <a:xfrm>
            <a:off x="5367668" y="2388365"/>
            <a:ext cx="5986462" cy="824134"/>
          </a:xfrm>
          <a:prstGeom prst="rect">
            <a:avLst/>
          </a:prstGeom>
        </p:spPr>
        <p:txBody>
          <a:bodyPr anchor="ctr"/>
          <a:lstStyle>
            <a:lvl1pPr marL="0" indent="0">
              <a:buNone/>
              <a:defRPr sz="28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28pt</a:t>
            </a:r>
            <a:endParaRPr kumimoji="1" lang="zh-TW" altLang="en-US" dirty="0"/>
          </a:p>
        </p:txBody>
      </p:sp>
      <p:sp>
        <p:nvSpPr>
          <p:cNvPr id="27" name="文字版面配置區 26">
            <a:extLst>
              <a:ext uri="{FF2B5EF4-FFF2-40B4-BE49-F238E27FC236}">
                <a16:creationId xmlns:a16="http://schemas.microsoft.com/office/drawing/2014/main" id="{345FD165-2599-8B5B-166F-2C7F534669E1}"/>
              </a:ext>
            </a:extLst>
          </p:cNvPr>
          <p:cNvSpPr>
            <a:spLocks noGrp="1"/>
          </p:cNvSpPr>
          <p:nvPr>
            <p:ph type="body" sz="quarter" idx="15" hasCustomPrompt="1"/>
          </p:nvPr>
        </p:nvSpPr>
        <p:spPr>
          <a:xfrm>
            <a:off x="4081130" y="1284856"/>
            <a:ext cx="1171575" cy="830262"/>
          </a:xfrm>
          <a:prstGeom prst="rect">
            <a:avLst/>
          </a:prstGeom>
        </p:spPr>
        <p:txBody>
          <a:bodyPr anchor="ctr"/>
          <a:lstStyle>
            <a:lvl1pPr marL="0" indent="0" algn="ctr">
              <a:buNone/>
              <a:defRPr sz="6000" b="1" i="1">
                <a:solidFill>
                  <a:srgbClr val="D1D1D1"/>
                </a:solidFill>
                <a:latin typeface="Barlow ExtraBold" pitchFamily="2" charset="0"/>
              </a:defRPr>
            </a:lvl1pPr>
          </a:lstStyle>
          <a:p>
            <a:pPr lvl="0"/>
            <a:r>
              <a:rPr kumimoji="1" lang="en-US" altLang="zh-TW" dirty="0"/>
              <a:t>01</a:t>
            </a:r>
            <a:endParaRPr kumimoji="1" lang="zh-TW" altLang="en-US" dirty="0"/>
          </a:p>
        </p:txBody>
      </p:sp>
      <p:sp>
        <p:nvSpPr>
          <p:cNvPr id="28" name="文字版面配置區 26">
            <a:extLst>
              <a:ext uri="{FF2B5EF4-FFF2-40B4-BE49-F238E27FC236}">
                <a16:creationId xmlns:a16="http://schemas.microsoft.com/office/drawing/2014/main" id="{18671431-CF0C-5E74-E6BD-04441D64C680}"/>
              </a:ext>
            </a:extLst>
          </p:cNvPr>
          <p:cNvSpPr>
            <a:spLocks noGrp="1"/>
          </p:cNvSpPr>
          <p:nvPr>
            <p:ph type="body" sz="quarter" idx="16" hasCustomPrompt="1"/>
          </p:nvPr>
        </p:nvSpPr>
        <p:spPr>
          <a:xfrm>
            <a:off x="4081130" y="2384650"/>
            <a:ext cx="1171575" cy="830262"/>
          </a:xfrm>
          <a:prstGeom prst="rect">
            <a:avLst/>
          </a:prstGeom>
        </p:spPr>
        <p:txBody>
          <a:bodyPr anchor="ctr"/>
          <a:lstStyle>
            <a:lvl1pPr marL="0" indent="0" algn="ctr">
              <a:buNone/>
              <a:defRPr sz="6000" b="1" i="1">
                <a:solidFill>
                  <a:srgbClr val="D1D1D1"/>
                </a:solidFill>
                <a:latin typeface="Barlow ExtraBold" pitchFamily="2" charset="0"/>
              </a:defRPr>
            </a:lvl1pPr>
          </a:lstStyle>
          <a:p>
            <a:pPr lvl="0"/>
            <a:r>
              <a:rPr kumimoji="1" lang="en-US" altLang="zh-TW" dirty="0"/>
              <a:t>02</a:t>
            </a:r>
            <a:endParaRPr kumimoji="1" lang="zh-TW" altLang="en-US" dirty="0"/>
          </a:p>
        </p:txBody>
      </p:sp>
      <p:sp>
        <p:nvSpPr>
          <p:cNvPr id="29" name="文字版面配置區 26">
            <a:extLst>
              <a:ext uri="{FF2B5EF4-FFF2-40B4-BE49-F238E27FC236}">
                <a16:creationId xmlns:a16="http://schemas.microsoft.com/office/drawing/2014/main" id="{9040CA61-5248-2DF4-9887-2B4A84395C10}"/>
              </a:ext>
            </a:extLst>
          </p:cNvPr>
          <p:cNvSpPr>
            <a:spLocks noGrp="1"/>
          </p:cNvSpPr>
          <p:nvPr>
            <p:ph type="body" sz="quarter" idx="17" hasCustomPrompt="1"/>
          </p:nvPr>
        </p:nvSpPr>
        <p:spPr>
          <a:xfrm>
            <a:off x="4081130" y="3484444"/>
            <a:ext cx="1171575" cy="830262"/>
          </a:xfrm>
          <a:prstGeom prst="rect">
            <a:avLst/>
          </a:prstGeom>
        </p:spPr>
        <p:txBody>
          <a:bodyPr anchor="ctr"/>
          <a:lstStyle>
            <a:lvl1pPr marL="0" indent="0" algn="ctr">
              <a:buNone/>
              <a:defRPr sz="6000" b="1" i="1">
                <a:solidFill>
                  <a:srgbClr val="D1D1D1"/>
                </a:solidFill>
                <a:latin typeface="Barlow ExtraBold" pitchFamily="2" charset="0"/>
              </a:defRPr>
            </a:lvl1pPr>
          </a:lstStyle>
          <a:p>
            <a:pPr lvl="0"/>
            <a:r>
              <a:rPr kumimoji="1" lang="en-US" altLang="zh-TW" dirty="0"/>
              <a:t>03</a:t>
            </a:r>
            <a:endParaRPr kumimoji="1" lang="zh-TW" altLang="en-US" dirty="0"/>
          </a:p>
        </p:txBody>
      </p:sp>
      <p:sp>
        <p:nvSpPr>
          <p:cNvPr id="30" name="文字版面配置區 26">
            <a:extLst>
              <a:ext uri="{FF2B5EF4-FFF2-40B4-BE49-F238E27FC236}">
                <a16:creationId xmlns:a16="http://schemas.microsoft.com/office/drawing/2014/main" id="{DC18B425-DD11-E5F7-BE29-42510B962DA0}"/>
              </a:ext>
            </a:extLst>
          </p:cNvPr>
          <p:cNvSpPr>
            <a:spLocks noGrp="1"/>
          </p:cNvSpPr>
          <p:nvPr>
            <p:ph type="body" sz="quarter" idx="18" hasCustomPrompt="1"/>
          </p:nvPr>
        </p:nvSpPr>
        <p:spPr>
          <a:xfrm>
            <a:off x="4081130" y="4584237"/>
            <a:ext cx="1171575" cy="830262"/>
          </a:xfrm>
          <a:prstGeom prst="rect">
            <a:avLst/>
          </a:prstGeom>
        </p:spPr>
        <p:txBody>
          <a:bodyPr anchor="ctr"/>
          <a:lstStyle>
            <a:lvl1pPr marL="0" indent="0" algn="ctr">
              <a:buNone/>
              <a:defRPr sz="6000" b="1" i="1">
                <a:solidFill>
                  <a:srgbClr val="D1D1D1"/>
                </a:solidFill>
                <a:latin typeface="Barlow ExtraBold" pitchFamily="2" charset="0"/>
              </a:defRPr>
            </a:lvl1pPr>
          </a:lstStyle>
          <a:p>
            <a:pPr lvl="0"/>
            <a:r>
              <a:rPr kumimoji="1" lang="en-US" altLang="zh-TW" dirty="0"/>
              <a:t>04</a:t>
            </a:r>
            <a:endParaRPr kumimoji="1" lang="zh-TW" altLang="en-US" dirty="0"/>
          </a:p>
        </p:txBody>
      </p:sp>
      <p:sp>
        <p:nvSpPr>
          <p:cNvPr id="31" name="文字版面配置區 22">
            <a:extLst>
              <a:ext uri="{FF2B5EF4-FFF2-40B4-BE49-F238E27FC236}">
                <a16:creationId xmlns:a16="http://schemas.microsoft.com/office/drawing/2014/main" id="{3C29DFE6-3793-D213-D911-8A115541E2A7}"/>
              </a:ext>
            </a:extLst>
          </p:cNvPr>
          <p:cNvSpPr>
            <a:spLocks noGrp="1"/>
          </p:cNvSpPr>
          <p:nvPr>
            <p:ph type="body" sz="quarter" idx="19" hasCustomPrompt="1"/>
          </p:nvPr>
        </p:nvSpPr>
        <p:spPr>
          <a:xfrm>
            <a:off x="5367338" y="3485746"/>
            <a:ext cx="5986462" cy="824134"/>
          </a:xfrm>
          <a:prstGeom prst="rect">
            <a:avLst/>
          </a:prstGeom>
        </p:spPr>
        <p:txBody>
          <a:bodyPr anchor="ctr"/>
          <a:lstStyle>
            <a:lvl1pPr marL="0" indent="0">
              <a:buNone/>
              <a:defRPr sz="28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28pt</a:t>
            </a:r>
            <a:endParaRPr kumimoji="1" lang="zh-TW" altLang="en-US" dirty="0"/>
          </a:p>
        </p:txBody>
      </p:sp>
      <p:sp>
        <p:nvSpPr>
          <p:cNvPr id="32" name="文字版面配置區 22">
            <a:extLst>
              <a:ext uri="{FF2B5EF4-FFF2-40B4-BE49-F238E27FC236}">
                <a16:creationId xmlns:a16="http://schemas.microsoft.com/office/drawing/2014/main" id="{A7D73FCC-B809-AEF3-C54E-D2792F90E127}"/>
              </a:ext>
            </a:extLst>
          </p:cNvPr>
          <p:cNvSpPr>
            <a:spLocks noGrp="1"/>
          </p:cNvSpPr>
          <p:nvPr>
            <p:ph type="body" sz="quarter" idx="20" hasCustomPrompt="1"/>
          </p:nvPr>
        </p:nvSpPr>
        <p:spPr>
          <a:xfrm>
            <a:off x="5367338" y="4583128"/>
            <a:ext cx="5986462" cy="824134"/>
          </a:xfrm>
          <a:prstGeom prst="rect">
            <a:avLst/>
          </a:prstGeom>
        </p:spPr>
        <p:txBody>
          <a:bodyPr anchor="ctr"/>
          <a:lstStyle>
            <a:lvl1pPr marL="0" indent="0">
              <a:buNone/>
              <a:defRPr sz="28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28pt</a:t>
            </a:r>
            <a:endParaRPr kumimoji="1" lang="zh-TW" altLang="en-US" dirty="0"/>
          </a:p>
        </p:txBody>
      </p:sp>
      <p:sp>
        <p:nvSpPr>
          <p:cNvPr id="4" name="投影片編號版面配置區 5">
            <a:extLst>
              <a:ext uri="{FF2B5EF4-FFF2-40B4-BE49-F238E27FC236}">
                <a16:creationId xmlns:a16="http://schemas.microsoft.com/office/drawing/2014/main" id="{6F20CEC1-8B87-8DFD-D62F-4382C12191C4}"/>
              </a:ext>
            </a:extLst>
          </p:cNvPr>
          <p:cNvSpPr>
            <a:spLocks noGrp="1"/>
          </p:cNvSpPr>
          <p:nvPr>
            <p:ph type="sldNum" sz="quarter" idx="12"/>
          </p:nvPr>
        </p:nvSpPr>
        <p:spPr>
          <a:xfrm>
            <a:off x="36546" y="6473108"/>
            <a:ext cx="288000" cy="347626"/>
          </a:xfrm>
          <a:prstGeom prst="rect">
            <a:avLst/>
          </a:prstGeom>
        </p:spPr>
        <p:txBody>
          <a:bodyPr lIns="0" tIns="0" rIns="0" bIns="0" anchor="ctr"/>
          <a:lstStyle>
            <a:lvl1pPr algn="ctr">
              <a:defRPr sz="1000" b="0" i="0">
                <a:solidFill>
                  <a:schemeClr val="bg1">
                    <a:lumMod val="65000"/>
                  </a:schemeClr>
                </a:solidFill>
                <a:latin typeface="Microsoft JhengHei" panose="020B0604030504040204" pitchFamily="34" charset="-120"/>
                <a:ea typeface="Microsoft JhengHei" panose="020B0604030504040204" pitchFamily="34" charset="-120"/>
                <a:cs typeface="Calibri" panose="020F0502020204030204" pitchFamily="34" charset="0"/>
              </a:defRPr>
            </a:lvl1pPr>
          </a:lstStyle>
          <a:p>
            <a:pPr>
              <a:defRPr/>
            </a:pPr>
            <a:fld id="{F5001EEF-C424-4B42-B687-322AC81C41E8}" type="slidenum">
              <a:rPr lang="zh-TW" altLang="en-US" smtClean="0">
                <a:solidFill>
                  <a:srgbClr val="FFFFFF">
                    <a:lumMod val="65000"/>
                  </a:srgbClr>
                </a:solidFill>
              </a:rPr>
              <a:pPr>
                <a:defRPr/>
              </a:pPr>
              <a:t>‹#›</a:t>
            </a:fld>
            <a:endParaRPr lang="zh-TW" altLang="en-US" dirty="0">
              <a:solidFill>
                <a:srgbClr val="FFFFFF">
                  <a:lumMod val="65000"/>
                </a:srgbClr>
              </a:solidFill>
            </a:endParaRPr>
          </a:p>
        </p:txBody>
      </p:sp>
      <p:sp>
        <p:nvSpPr>
          <p:cNvPr id="1" name="Watermark Text"/>
          <p:cNvSpPr>
            <a:spLocks noGrp="1"/>
          </p:cNvSpPr>
          <p:nvPr/>
        </p:nvSpPr>
        <p:spPr>
          <a:xfrm>
            <a:off x="1741715" y="6553200"/>
            <a:ext cx="9144000" cy="304800"/>
          </a:xfrm>
          <a:ln>
            <a:noFill/>
          </a:ln>
        </p:spPr>
        <p:txBody>
          <a:bodyPr/>
          <a:lstStyle/>
          <a:p>
            <a:pPr algn="r"/>
            <a:r>
              <a:rPr sz="1000" b="1">
                <a:solidFill>
                  <a:srgbClr val="bbbbbb"/>
                </a:solidFill>
                <a:latin typeface="Microsoft JhengHei"/>
                <a:ea typeface="微軟正黑體"/>
              </a:rPr>
              <a:t>財團法人車輛研究測試中心 hkuanyu@artc.org.tw 於 26/06/22 16:45 下載</a:t>
            </a:r>
          </a:p>
        </p:txBody>
      </p:sp>
    </p:spTree>
    <p:extLst>
      <p:ext uri="{BB962C8B-B14F-4D97-AF65-F5344CB8AC3E}">
        <p14:creationId xmlns:p14="http://schemas.microsoft.com/office/powerpoint/2010/main" val="2643210775"/>
      </p:ext>
    </p:extLst>
  </p:cSld>
  <p:clrMapOvr>
    <a:masterClrMapping/>
  </p:clrMapOvr>
</p:sldLayout>
</file>

<file path=ppt/slideLayouts/slideLayout32.xml><?xml version="1.0" encoding="utf-8"?>
<p:sldLayout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preserve="1" userDrawn="1">
  <p:cSld name="目錄_V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3" name="文字版面配置區 22">
            <a:extLst>
              <a:ext uri="{FF2B5EF4-FFF2-40B4-BE49-F238E27FC236}">
                <a16:creationId xmlns:a16="http://schemas.microsoft.com/office/drawing/2014/main" id="{B0409933-A18A-C5AC-BE57-8A4466BA3B51}"/>
              </a:ext>
            </a:extLst>
          </p:cNvPr>
          <p:cNvSpPr>
            <a:spLocks noGrp="1"/>
          </p:cNvSpPr>
          <p:nvPr>
            <p:ph type="body" sz="quarter" idx="13" hasCustomPrompt="1"/>
          </p:nvPr>
        </p:nvSpPr>
        <p:spPr>
          <a:xfrm>
            <a:off x="1446198" y="1287920"/>
            <a:ext cx="3678535" cy="824134"/>
          </a:xfrm>
          <a:prstGeom prst="rect">
            <a:avLst/>
          </a:prstGeom>
        </p:spPr>
        <p:txBody>
          <a:bodyPr anchor="ctr"/>
          <a:lstStyle>
            <a:lvl1pPr marL="0" indent="0">
              <a:buNone/>
              <a:defRPr sz="24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24pt</a:t>
            </a:r>
            <a:endParaRPr kumimoji="1" lang="zh-TW" altLang="en-US" dirty="0"/>
          </a:p>
        </p:txBody>
      </p:sp>
      <p:sp>
        <p:nvSpPr>
          <p:cNvPr id="25" name="文字版面配置區 22">
            <a:extLst>
              <a:ext uri="{FF2B5EF4-FFF2-40B4-BE49-F238E27FC236}">
                <a16:creationId xmlns:a16="http://schemas.microsoft.com/office/drawing/2014/main" id="{F126EF02-D763-BF59-A1F6-4E555821332E}"/>
              </a:ext>
            </a:extLst>
          </p:cNvPr>
          <p:cNvSpPr>
            <a:spLocks noGrp="1"/>
          </p:cNvSpPr>
          <p:nvPr>
            <p:ph type="body" sz="quarter" idx="14" hasCustomPrompt="1"/>
          </p:nvPr>
        </p:nvSpPr>
        <p:spPr>
          <a:xfrm>
            <a:off x="1446198" y="2387714"/>
            <a:ext cx="3678535" cy="824134"/>
          </a:xfrm>
          <a:prstGeom prst="rect">
            <a:avLst/>
          </a:prstGeom>
        </p:spPr>
        <p:txBody>
          <a:bodyPr anchor="ctr"/>
          <a:lstStyle>
            <a:lvl1pPr marL="0" indent="0">
              <a:buNone/>
              <a:defRPr sz="24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24pt</a:t>
            </a:r>
            <a:endParaRPr kumimoji="1" lang="zh-TW" altLang="en-US" dirty="0"/>
          </a:p>
        </p:txBody>
      </p:sp>
      <p:sp>
        <p:nvSpPr>
          <p:cNvPr id="27" name="文字版面配置區 26">
            <a:extLst>
              <a:ext uri="{FF2B5EF4-FFF2-40B4-BE49-F238E27FC236}">
                <a16:creationId xmlns:a16="http://schemas.microsoft.com/office/drawing/2014/main" id="{345FD165-2599-8B5B-166F-2C7F534669E1}"/>
              </a:ext>
            </a:extLst>
          </p:cNvPr>
          <p:cNvSpPr>
            <a:spLocks noGrp="1"/>
          </p:cNvSpPr>
          <p:nvPr>
            <p:ph type="body" sz="quarter" idx="15" hasCustomPrompt="1"/>
          </p:nvPr>
        </p:nvSpPr>
        <p:spPr>
          <a:xfrm>
            <a:off x="646654" y="1284856"/>
            <a:ext cx="799214" cy="830262"/>
          </a:xfrm>
          <a:prstGeom prst="rect">
            <a:avLst/>
          </a:prstGeom>
        </p:spPr>
        <p:txBody>
          <a:bodyPr anchor="ctr"/>
          <a:lstStyle>
            <a:lvl1pPr marL="0" indent="0" algn="ctr">
              <a:buNone/>
              <a:defRPr sz="4000" b="1" i="1">
                <a:solidFill>
                  <a:srgbClr val="D1D1D1"/>
                </a:solidFill>
                <a:latin typeface="Barlow" pitchFamily="2" charset="0"/>
              </a:defRPr>
            </a:lvl1pPr>
          </a:lstStyle>
          <a:p>
            <a:pPr lvl="0"/>
            <a:r>
              <a:rPr kumimoji="1" lang="en-US" altLang="zh-TW" dirty="0"/>
              <a:t>01</a:t>
            </a:r>
            <a:endParaRPr kumimoji="1" lang="zh-TW" altLang="en-US" dirty="0"/>
          </a:p>
        </p:txBody>
      </p:sp>
      <p:sp>
        <p:nvSpPr>
          <p:cNvPr id="28" name="文字版面配置區 26">
            <a:extLst>
              <a:ext uri="{FF2B5EF4-FFF2-40B4-BE49-F238E27FC236}">
                <a16:creationId xmlns:a16="http://schemas.microsoft.com/office/drawing/2014/main" id="{18671431-CF0C-5E74-E6BD-04441D64C680}"/>
              </a:ext>
            </a:extLst>
          </p:cNvPr>
          <p:cNvSpPr>
            <a:spLocks noGrp="1"/>
          </p:cNvSpPr>
          <p:nvPr>
            <p:ph type="body" sz="quarter" idx="16" hasCustomPrompt="1"/>
          </p:nvPr>
        </p:nvSpPr>
        <p:spPr>
          <a:xfrm>
            <a:off x="646654" y="2384650"/>
            <a:ext cx="799214" cy="830262"/>
          </a:xfrm>
          <a:prstGeom prst="rect">
            <a:avLst/>
          </a:prstGeom>
        </p:spPr>
        <p:txBody>
          <a:bodyPr anchor="ctr"/>
          <a:lstStyle>
            <a:lvl1pPr marL="0" indent="0" algn="ctr">
              <a:buNone/>
              <a:defRPr sz="4000" b="1" i="1">
                <a:solidFill>
                  <a:srgbClr val="D1D1D1"/>
                </a:solidFill>
                <a:latin typeface="Barlow" pitchFamily="2" charset="0"/>
              </a:defRPr>
            </a:lvl1pPr>
          </a:lstStyle>
          <a:p>
            <a:pPr lvl="0"/>
            <a:r>
              <a:rPr kumimoji="1" lang="en-US" altLang="zh-TW" dirty="0"/>
              <a:t>03</a:t>
            </a:r>
            <a:endParaRPr kumimoji="1" lang="zh-TW" altLang="en-US" dirty="0"/>
          </a:p>
        </p:txBody>
      </p:sp>
      <p:sp>
        <p:nvSpPr>
          <p:cNvPr id="29" name="文字版面配置區 26">
            <a:extLst>
              <a:ext uri="{FF2B5EF4-FFF2-40B4-BE49-F238E27FC236}">
                <a16:creationId xmlns:a16="http://schemas.microsoft.com/office/drawing/2014/main" id="{9040CA61-5248-2DF4-9887-2B4A84395C10}"/>
              </a:ext>
            </a:extLst>
          </p:cNvPr>
          <p:cNvSpPr>
            <a:spLocks noGrp="1"/>
          </p:cNvSpPr>
          <p:nvPr>
            <p:ph type="body" sz="quarter" idx="17" hasCustomPrompt="1"/>
          </p:nvPr>
        </p:nvSpPr>
        <p:spPr>
          <a:xfrm>
            <a:off x="646654" y="3484444"/>
            <a:ext cx="799214" cy="830262"/>
          </a:xfrm>
          <a:prstGeom prst="rect">
            <a:avLst/>
          </a:prstGeom>
        </p:spPr>
        <p:txBody>
          <a:bodyPr anchor="ctr"/>
          <a:lstStyle>
            <a:lvl1pPr marL="0" indent="0" algn="ctr">
              <a:buNone/>
              <a:defRPr sz="4000" b="1" i="1">
                <a:solidFill>
                  <a:srgbClr val="D1D1D1"/>
                </a:solidFill>
                <a:latin typeface="Barlow" pitchFamily="2" charset="0"/>
              </a:defRPr>
            </a:lvl1pPr>
          </a:lstStyle>
          <a:p>
            <a:pPr lvl="0"/>
            <a:r>
              <a:rPr kumimoji="1" lang="en-US" altLang="zh-TW" dirty="0"/>
              <a:t>05</a:t>
            </a:r>
            <a:endParaRPr kumimoji="1" lang="zh-TW" altLang="en-US" dirty="0"/>
          </a:p>
        </p:txBody>
      </p:sp>
      <p:sp>
        <p:nvSpPr>
          <p:cNvPr id="30" name="文字版面配置區 26">
            <a:extLst>
              <a:ext uri="{FF2B5EF4-FFF2-40B4-BE49-F238E27FC236}">
                <a16:creationId xmlns:a16="http://schemas.microsoft.com/office/drawing/2014/main" id="{DC18B425-DD11-E5F7-BE29-42510B962DA0}"/>
              </a:ext>
            </a:extLst>
          </p:cNvPr>
          <p:cNvSpPr>
            <a:spLocks noGrp="1"/>
          </p:cNvSpPr>
          <p:nvPr>
            <p:ph type="body" sz="quarter" idx="18" hasCustomPrompt="1"/>
          </p:nvPr>
        </p:nvSpPr>
        <p:spPr>
          <a:xfrm>
            <a:off x="646654" y="4584237"/>
            <a:ext cx="799214" cy="830262"/>
          </a:xfrm>
          <a:prstGeom prst="rect">
            <a:avLst/>
          </a:prstGeom>
        </p:spPr>
        <p:txBody>
          <a:bodyPr anchor="ctr"/>
          <a:lstStyle>
            <a:lvl1pPr marL="0" indent="0" algn="ctr">
              <a:buNone/>
              <a:defRPr sz="4000" b="1" i="1">
                <a:solidFill>
                  <a:srgbClr val="D1D1D1"/>
                </a:solidFill>
                <a:latin typeface="Barlow" pitchFamily="2" charset="0"/>
              </a:defRPr>
            </a:lvl1pPr>
          </a:lstStyle>
          <a:p>
            <a:pPr lvl="0"/>
            <a:r>
              <a:rPr kumimoji="1" lang="en-US" altLang="zh-TW" dirty="0"/>
              <a:t>07</a:t>
            </a:r>
            <a:endParaRPr kumimoji="1" lang="zh-TW" altLang="en-US" dirty="0"/>
          </a:p>
        </p:txBody>
      </p:sp>
      <p:sp>
        <p:nvSpPr>
          <p:cNvPr id="31" name="文字版面配置區 22">
            <a:extLst>
              <a:ext uri="{FF2B5EF4-FFF2-40B4-BE49-F238E27FC236}">
                <a16:creationId xmlns:a16="http://schemas.microsoft.com/office/drawing/2014/main" id="{3C29DFE6-3793-D213-D911-8A115541E2A7}"/>
              </a:ext>
            </a:extLst>
          </p:cNvPr>
          <p:cNvSpPr>
            <a:spLocks noGrp="1"/>
          </p:cNvSpPr>
          <p:nvPr>
            <p:ph type="body" sz="quarter" idx="19" hasCustomPrompt="1"/>
          </p:nvPr>
        </p:nvSpPr>
        <p:spPr>
          <a:xfrm>
            <a:off x="1445868" y="3485746"/>
            <a:ext cx="3678535" cy="824134"/>
          </a:xfrm>
          <a:prstGeom prst="rect">
            <a:avLst/>
          </a:prstGeom>
        </p:spPr>
        <p:txBody>
          <a:bodyPr anchor="ctr"/>
          <a:lstStyle>
            <a:lvl1pPr marL="0" indent="0">
              <a:buNone/>
              <a:defRPr sz="24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24pt</a:t>
            </a:r>
            <a:endParaRPr kumimoji="1" lang="zh-TW" altLang="en-US" dirty="0"/>
          </a:p>
        </p:txBody>
      </p:sp>
      <p:sp>
        <p:nvSpPr>
          <p:cNvPr id="32" name="文字版面配置區 22">
            <a:extLst>
              <a:ext uri="{FF2B5EF4-FFF2-40B4-BE49-F238E27FC236}">
                <a16:creationId xmlns:a16="http://schemas.microsoft.com/office/drawing/2014/main" id="{A7D73FCC-B809-AEF3-C54E-D2792F90E127}"/>
              </a:ext>
            </a:extLst>
          </p:cNvPr>
          <p:cNvSpPr>
            <a:spLocks noGrp="1"/>
          </p:cNvSpPr>
          <p:nvPr>
            <p:ph type="body" sz="quarter" idx="20" hasCustomPrompt="1"/>
          </p:nvPr>
        </p:nvSpPr>
        <p:spPr>
          <a:xfrm>
            <a:off x="1445868" y="4583128"/>
            <a:ext cx="3678535" cy="824134"/>
          </a:xfrm>
          <a:prstGeom prst="rect">
            <a:avLst/>
          </a:prstGeom>
        </p:spPr>
        <p:txBody>
          <a:bodyPr anchor="ctr"/>
          <a:lstStyle>
            <a:lvl1pPr marL="0" indent="0">
              <a:buNone/>
              <a:defRPr sz="24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24pt</a:t>
            </a:r>
            <a:endParaRPr kumimoji="1" lang="zh-TW" altLang="en-US" dirty="0"/>
          </a:p>
        </p:txBody>
      </p:sp>
      <p:sp>
        <p:nvSpPr>
          <p:cNvPr id="2" name="文字版面配置區 22">
            <a:extLst>
              <a:ext uri="{FF2B5EF4-FFF2-40B4-BE49-F238E27FC236}">
                <a16:creationId xmlns:a16="http://schemas.microsoft.com/office/drawing/2014/main" id="{339BC522-9576-1288-D4C4-C1CDA75916E4}"/>
              </a:ext>
            </a:extLst>
          </p:cNvPr>
          <p:cNvSpPr>
            <a:spLocks noGrp="1"/>
          </p:cNvSpPr>
          <p:nvPr>
            <p:ph type="body" sz="quarter" idx="21" hasCustomPrompt="1"/>
          </p:nvPr>
        </p:nvSpPr>
        <p:spPr>
          <a:xfrm>
            <a:off x="6631004" y="1298553"/>
            <a:ext cx="3678535" cy="824134"/>
          </a:xfrm>
          <a:prstGeom prst="rect">
            <a:avLst/>
          </a:prstGeom>
        </p:spPr>
        <p:txBody>
          <a:bodyPr anchor="ctr"/>
          <a:lstStyle>
            <a:lvl1pPr marL="0" indent="0">
              <a:buNone/>
              <a:defRPr sz="24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24pt</a:t>
            </a:r>
            <a:endParaRPr kumimoji="1" lang="zh-TW" altLang="en-US" dirty="0"/>
          </a:p>
        </p:txBody>
      </p:sp>
      <p:sp>
        <p:nvSpPr>
          <p:cNvPr id="3" name="文字版面配置區 22">
            <a:extLst>
              <a:ext uri="{FF2B5EF4-FFF2-40B4-BE49-F238E27FC236}">
                <a16:creationId xmlns:a16="http://schemas.microsoft.com/office/drawing/2014/main" id="{61660119-1C32-234F-7E13-2C0A40E857E4}"/>
              </a:ext>
            </a:extLst>
          </p:cNvPr>
          <p:cNvSpPr>
            <a:spLocks noGrp="1"/>
          </p:cNvSpPr>
          <p:nvPr>
            <p:ph type="body" sz="quarter" idx="22" hasCustomPrompt="1"/>
          </p:nvPr>
        </p:nvSpPr>
        <p:spPr>
          <a:xfrm>
            <a:off x="6631004" y="2398347"/>
            <a:ext cx="3678535" cy="824134"/>
          </a:xfrm>
          <a:prstGeom prst="rect">
            <a:avLst/>
          </a:prstGeom>
        </p:spPr>
        <p:txBody>
          <a:bodyPr anchor="ctr"/>
          <a:lstStyle>
            <a:lvl1pPr marL="0" indent="0">
              <a:buNone/>
              <a:defRPr sz="24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24pt</a:t>
            </a:r>
            <a:endParaRPr kumimoji="1" lang="zh-TW" altLang="en-US" dirty="0"/>
          </a:p>
        </p:txBody>
      </p:sp>
      <p:sp>
        <p:nvSpPr>
          <p:cNvPr id="4" name="文字版面配置區 26">
            <a:extLst>
              <a:ext uri="{FF2B5EF4-FFF2-40B4-BE49-F238E27FC236}">
                <a16:creationId xmlns:a16="http://schemas.microsoft.com/office/drawing/2014/main" id="{7DA8530A-8670-B84F-CE9D-68D88CA43655}"/>
              </a:ext>
            </a:extLst>
          </p:cNvPr>
          <p:cNvSpPr>
            <a:spLocks noGrp="1"/>
          </p:cNvSpPr>
          <p:nvPr>
            <p:ph type="body" sz="quarter" idx="23" hasCustomPrompt="1"/>
          </p:nvPr>
        </p:nvSpPr>
        <p:spPr>
          <a:xfrm>
            <a:off x="5831460" y="1295489"/>
            <a:ext cx="799214" cy="830262"/>
          </a:xfrm>
          <a:prstGeom prst="rect">
            <a:avLst/>
          </a:prstGeom>
        </p:spPr>
        <p:txBody>
          <a:bodyPr anchor="ctr"/>
          <a:lstStyle>
            <a:lvl1pPr marL="0" indent="0" algn="ctr">
              <a:buNone/>
              <a:defRPr sz="4000" b="1" i="1">
                <a:solidFill>
                  <a:srgbClr val="D1D1D1"/>
                </a:solidFill>
                <a:latin typeface="Barlow" pitchFamily="2" charset="0"/>
              </a:defRPr>
            </a:lvl1pPr>
          </a:lstStyle>
          <a:p>
            <a:pPr lvl="0"/>
            <a:r>
              <a:rPr kumimoji="1" lang="en-US" altLang="zh-TW" dirty="0"/>
              <a:t>02</a:t>
            </a:r>
            <a:endParaRPr kumimoji="1" lang="zh-TW" altLang="en-US" dirty="0"/>
          </a:p>
        </p:txBody>
      </p:sp>
      <p:sp>
        <p:nvSpPr>
          <p:cNvPr id="5" name="文字版面配置區 26">
            <a:extLst>
              <a:ext uri="{FF2B5EF4-FFF2-40B4-BE49-F238E27FC236}">
                <a16:creationId xmlns:a16="http://schemas.microsoft.com/office/drawing/2014/main" id="{D7F96171-2907-6300-88C6-D1F45FC18817}"/>
              </a:ext>
            </a:extLst>
          </p:cNvPr>
          <p:cNvSpPr>
            <a:spLocks noGrp="1"/>
          </p:cNvSpPr>
          <p:nvPr>
            <p:ph type="body" sz="quarter" idx="24" hasCustomPrompt="1"/>
          </p:nvPr>
        </p:nvSpPr>
        <p:spPr>
          <a:xfrm>
            <a:off x="5831460" y="2395283"/>
            <a:ext cx="799214" cy="830262"/>
          </a:xfrm>
          <a:prstGeom prst="rect">
            <a:avLst/>
          </a:prstGeom>
        </p:spPr>
        <p:txBody>
          <a:bodyPr anchor="ctr"/>
          <a:lstStyle>
            <a:lvl1pPr marL="0" indent="0" algn="ctr">
              <a:buNone/>
              <a:defRPr sz="4000" b="1" i="1">
                <a:solidFill>
                  <a:srgbClr val="D1D1D1"/>
                </a:solidFill>
                <a:latin typeface="Barlow" pitchFamily="2" charset="0"/>
              </a:defRPr>
            </a:lvl1pPr>
          </a:lstStyle>
          <a:p>
            <a:pPr lvl="0"/>
            <a:r>
              <a:rPr kumimoji="1" lang="en-US" altLang="zh-TW" dirty="0"/>
              <a:t>04</a:t>
            </a:r>
            <a:endParaRPr kumimoji="1" lang="zh-TW" altLang="en-US" dirty="0"/>
          </a:p>
        </p:txBody>
      </p:sp>
      <p:sp>
        <p:nvSpPr>
          <p:cNvPr id="7" name="文字版面配置區 26">
            <a:extLst>
              <a:ext uri="{FF2B5EF4-FFF2-40B4-BE49-F238E27FC236}">
                <a16:creationId xmlns:a16="http://schemas.microsoft.com/office/drawing/2014/main" id="{E484B5CC-F6BF-0F0B-8DBD-307A87B197F7}"/>
              </a:ext>
            </a:extLst>
          </p:cNvPr>
          <p:cNvSpPr>
            <a:spLocks noGrp="1"/>
          </p:cNvSpPr>
          <p:nvPr>
            <p:ph type="body" sz="quarter" idx="25" hasCustomPrompt="1"/>
          </p:nvPr>
        </p:nvSpPr>
        <p:spPr>
          <a:xfrm>
            <a:off x="5831460" y="3495077"/>
            <a:ext cx="799214" cy="830262"/>
          </a:xfrm>
          <a:prstGeom prst="rect">
            <a:avLst/>
          </a:prstGeom>
        </p:spPr>
        <p:txBody>
          <a:bodyPr anchor="ctr"/>
          <a:lstStyle>
            <a:lvl1pPr marL="0" indent="0" algn="ctr">
              <a:buNone/>
              <a:defRPr sz="4000" b="1" i="1">
                <a:solidFill>
                  <a:srgbClr val="D1D1D1"/>
                </a:solidFill>
                <a:latin typeface="Barlow" pitchFamily="2" charset="0"/>
              </a:defRPr>
            </a:lvl1pPr>
          </a:lstStyle>
          <a:p>
            <a:pPr lvl="0"/>
            <a:r>
              <a:rPr kumimoji="1" lang="en-US" altLang="zh-TW" dirty="0"/>
              <a:t>06</a:t>
            </a:r>
            <a:endParaRPr kumimoji="1" lang="zh-TW" altLang="en-US" dirty="0"/>
          </a:p>
        </p:txBody>
      </p:sp>
      <p:sp>
        <p:nvSpPr>
          <p:cNvPr id="8" name="文字版面配置區 26">
            <a:extLst>
              <a:ext uri="{FF2B5EF4-FFF2-40B4-BE49-F238E27FC236}">
                <a16:creationId xmlns:a16="http://schemas.microsoft.com/office/drawing/2014/main" id="{FECD5269-828C-4270-6DE9-0EA661497021}"/>
              </a:ext>
            </a:extLst>
          </p:cNvPr>
          <p:cNvSpPr>
            <a:spLocks noGrp="1"/>
          </p:cNvSpPr>
          <p:nvPr>
            <p:ph type="body" sz="quarter" idx="26" hasCustomPrompt="1"/>
          </p:nvPr>
        </p:nvSpPr>
        <p:spPr>
          <a:xfrm>
            <a:off x="5831460" y="4594870"/>
            <a:ext cx="799214" cy="830262"/>
          </a:xfrm>
          <a:prstGeom prst="rect">
            <a:avLst/>
          </a:prstGeom>
        </p:spPr>
        <p:txBody>
          <a:bodyPr anchor="ctr"/>
          <a:lstStyle>
            <a:lvl1pPr marL="0" indent="0" algn="ctr">
              <a:buNone/>
              <a:defRPr sz="4000" b="1" i="1">
                <a:solidFill>
                  <a:srgbClr val="D1D1D1"/>
                </a:solidFill>
                <a:latin typeface="Barlow" pitchFamily="2" charset="0"/>
              </a:defRPr>
            </a:lvl1pPr>
          </a:lstStyle>
          <a:p>
            <a:pPr lvl="0"/>
            <a:r>
              <a:rPr kumimoji="1" lang="en-US" altLang="zh-TW" dirty="0"/>
              <a:t>08</a:t>
            </a:r>
            <a:endParaRPr kumimoji="1" lang="zh-TW" altLang="en-US" dirty="0"/>
          </a:p>
        </p:txBody>
      </p:sp>
      <p:sp>
        <p:nvSpPr>
          <p:cNvPr id="9" name="文字版面配置區 22">
            <a:extLst>
              <a:ext uri="{FF2B5EF4-FFF2-40B4-BE49-F238E27FC236}">
                <a16:creationId xmlns:a16="http://schemas.microsoft.com/office/drawing/2014/main" id="{2D4D4FE9-E767-71C9-9A27-1BF39F1C9A29}"/>
              </a:ext>
            </a:extLst>
          </p:cNvPr>
          <p:cNvSpPr>
            <a:spLocks noGrp="1"/>
          </p:cNvSpPr>
          <p:nvPr>
            <p:ph type="body" sz="quarter" idx="27" hasCustomPrompt="1"/>
          </p:nvPr>
        </p:nvSpPr>
        <p:spPr>
          <a:xfrm>
            <a:off x="6630674" y="3496379"/>
            <a:ext cx="3678535" cy="824134"/>
          </a:xfrm>
          <a:prstGeom prst="rect">
            <a:avLst/>
          </a:prstGeom>
        </p:spPr>
        <p:txBody>
          <a:bodyPr anchor="ctr"/>
          <a:lstStyle>
            <a:lvl1pPr marL="0" indent="0">
              <a:buNone/>
              <a:defRPr sz="24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24pt</a:t>
            </a:r>
            <a:endParaRPr kumimoji="1" lang="zh-TW" altLang="en-US" dirty="0"/>
          </a:p>
        </p:txBody>
      </p:sp>
      <p:sp>
        <p:nvSpPr>
          <p:cNvPr id="10" name="文字版面配置區 22">
            <a:extLst>
              <a:ext uri="{FF2B5EF4-FFF2-40B4-BE49-F238E27FC236}">
                <a16:creationId xmlns:a16="http://schemas.microsoft.com/office/drawing/2014/main" id="{4DD373E5-7ACA-EFDF-3CD4-68871CFE1F9F}"/>
              </a:ext>
            </a:extLst>
          </p:cNvPr>
          <p:cNvSpPr>
            <a:spLocks noGrp="1"/>
          </p:cNvSpPr>
          <p:nvPr>
            <p:ph type="body" sz="quarter" idx="28" hasCustomPrompt="1"/>
          </p:nvPr>
        </p:nvSpPr>
        <p:spPr>
          <a:xfrm>
            <a:off x="6630674" y="4593761"/>
            <a:ext cx="3678535" cy="824134"/>
          </a:xfrm>
          <a:prstGeom prst="rect">
            <a:avLst/>
          </a:prstGeom>
        </p:spPr>
        <p:txBody>
          <a:bodyPr anchor="ctr"/>
          <a:lstStyle>
            <a:lvl1pPr marL="0" indent="0">
              <a:buNone/>
              <a:defRPr sz="24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24pt</a:t>
            </a:r>
            <a:endParaRPr kumimoji="1" lang="zh-TW" altLang="en-US" dirty="0"/>
          </a:p>
        </p:txBody>
      </p:sp>
      <p:sp>
        <p:nvSpPr>
          <p:cNvPr id="13" name="投影片編號版面配置區 5">
            <a:extLst>
              <a:ext uri="{FF2B5EF4-FFF2-40B4-BE49-F238E27FC236}">
                <a16:creationId xmlns:a16="http://schemas.microsoft.com/office/drawing/2014/main" id="{90604B13-57CA-700F-44C3-7BA179625635}"/>
              </a:ext>
            </a:extLst>
          </p:cNvPr>
          <p:cNvSpPr>
            <a:spLocks noGrp="1"/>
          </p:cNvSpPr>
          <p:nvPr>
            <p:ph type="sldNum" sz="quarter" idx="12"/>
          </p:nvPr>
        </p:nvSpPr>
        <p:spPr>
          <a:xfrm>
            <a:off x="42864" y="6473108"/>
            <a:ext cx="288000" cy="347626"/>
          </a:xfrm>
          <a:prstGeom prst="rect">
            <a:avLst/>
          </a:prstGeom>
        </p:spPr>
        <p:txBody>
          <a:bodyPr lIns="0" tIns="0" rIns="0" bIns="0" anchor="ctr"/>
          <a:lstStyle>
            <a:lvl1pPr algn="ctr">
              <a:defRPr sz="1000" b="0" i="0">
                <a:solidFill>
                  <a:schemeClr val="bg1">
                    <a:lumMod val="65000"/>
                  </a:schemeClr>
                </a:solidFill>
                <a:latin typeface="Microsoft JhengHei" panose="020B0604030504040204" pitchFamily="34" charset="-120"/>
                <a:ea typeface="Microsoft JhengHei" panose="020B0604030504040204" pitchFamily="34" charset="-120"/>
                <a:cs typeface="Calibri" panose="020F0502020204030204" pitchFamily="34" charset="0"/>
              </a:defRPr>
            </a:lvl1pPr>
          </a:lstStyle>
          <a:p>
            <a:pPr>
              <a:defRPr/>
            </a:pPr>
            <a:fld id="{F5001EEF-C424-4B42-B687-322AC81C41E8}" type="slidenum">
              <a:rPr lang="zh-TW" altLang="en-US" smtClean="0">
                <a:solidFill>
                  <a:srgbClr val="FFFFFF">
                    <a:lumMod val="65000"/>
                  </a:srgbClr>
                </a:solidFill>
              </a:rPr>
              <a:pPr>
                <a:defRPr/>
              </a:pPr>
              <a:t>‹#›</a:t>
            </a:fld>
            <a:endParaRPr lang="zh-TW" altLang="en-US" dirty="0">
              <a:solidFill>
                <a:srgbClr val="FFFFFF">
                  <a:lumMod val="65000"/>
                </a:srgbClr>
              </a:solidFill>
            </a:endParaRPr>
          </a:p>
        </p:txBody>
      </p:sp>
      <p:sp>
        <p:nvSpPr>
          <p:cNvPr id="1" name="Watermark Text"/>
          <p:cNvSpPr>
            <a:spLocks noGrp="1"/>
          </p:cNvSpPr>
          <p:nvPr/>
        </p:nvSpPr>
        <p:spPr>
          <a:xfrm>
            <a:off x="1741715" y="6553200"/>
            <a:ext cx="9144000" cy="304800"/>
          </a:xfrm>
          <a:ln>
            <a:noFill/>
          </a:ln>
        </p:spPr>
        <p:txBody>
          <a:bodyPr/>
          <a:lstStyle/>
          <a:p>
            <a:pPr algn="r"/>
            <a:r>
              <a:rPr sz="1000" b="1">
                <a:solidFill>
                  <a:srgbClr val="bbbbbb"/>
                </a:solidFill>
                <a:latin typeface="Microsoft JhengHei"/>
                <a:ea typeface="微軟正黑體"/>
              </a:rPr>
              <a:t>財團法人車輛研究測試中心 hkuanyu@artc.org.tw 於 26/06/22 16:45 下載</a:t>
            </a:r>
          </a:p>
        </p:txBody>
      </p:sp>
    </p:spTree>
    <p:extLst>
      <p:ext uri="{BB962C8B-B14F-4D97-AF65-F5344CB8AC3E}">
        <p14:creationId xmlns:p14="http://schemas.microsoft.com/office/powerpoint/2010/main" val="224453763"/>
      </p:ext>
    </p:extLst>
  </p:cSld>
  <p:clrMapOvr>
    <a:masterClrMapping/>
  </p:clrMapOvr>
</p:sldLayout>
</file>

<file path=ppt/slideLayouts/slideLayout33.xml><?xml version="1.0" encoding="utf-8"?>
<p:sldLayout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reserve="1" userDrawn="1">
  <p:cSld name="內容頁_V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標題 1"/>
          <p:cNvSpPr>
            <a:spLocks noGrp="1"/>
          </p:cNvSpPr>
          <p:nvPr>
            <p:ph type="title" hasCustomPrompt="1"/>
          </p:nvPr>
        </p:nvSpPr>
        <p:spPr>
          <a:xfrm>
            <a:off x="641445" y="377826"/>
            <a:ext cx="11340000" cy="676866"/>
          </a:xfrm>
          <a:prstGeom prst="rect">
            <a:avLst/>
          </a:prstGeom>
        </p:spPr>
        <p:txBody>
          <a:bodyPr anchor="t"/>
          <a:lstStyle>
            <a:lvl1pPr>
              <a:lnSpc>
                <a:spcPct val="100000"/>
              </a:lnSpc>
              <a:defRPr sz="3600" b="1" i="0" spc="100" baseline="0">
                <a:latin typeface="微軟正黑體" panose="020B0604030504040204" pitchFamily="34" charset="-120"/>
                <a:ea typeface="微軟正黑體" panose="020B0604030504040204" pitchFamily="34" charset="-120"/>
              </a:defRPr>
            </a:lvl1pPr>
          </a:lstStyle>
          <a:p>
            <a:r>
              <a:rPr lang="zh-TW" altLang="en-US" dirty="0"/>
              <a:t>標題微軟正黑體、加粗</a:t>
            </a:r>
            <a:r>
              <a:rPr lang="en-US" altLang="zh-TW" dirty="0"/>
              <a:t>36pt</a:t>
            </a:r>
            <a:endParaRPr lang="zh-TW" altLang="en-US" dirty="0"/>
          </a:p>
        </p:txBody>
      </p:sp>
      <p:sp>
        <p:nvSpPr>
          <p:cNvPr id="7" name="內容版面配置區 2">
            <a:extLst>
              <a:ext uri="{FF2B5EF4-FFF2-40B4-BE49-F238E27FC236}">
                <a16:creationId xmlns:a16="http://schemas.microsoft.com/office/drawing/2014/main" id="{0B276ED0-713E-27AF-215F-7358348D77F5}"/>
              </a:ext>
            </a:extLst>
          </p:cNvPr>
          <p:cNvSpPr>
            <a:spLocks noGrp="1"/>
          </p:cNvSpPr>
          <p:nvPr>
            <p:ph idx="1" hasCustomPrompt="1"/>
          </p:nvPr>
        </p:nvSpPr>
        <p:spPr>
          <a:xfrm>
            <a:off x="361950" y="1214651"/>
            <a:ext cx="11645100" cy="5088334"/>
          </a:xfrm>
          <a:prstGeom prst="rect">
            <a:avLst/>
          </a:prstGeom>
        </p:spPr>
        <p:txBody>
          <a:bodyPr/>
          <a:lstStyle>
            <a:lvl1pPr marL="0" indent="0">
              <a:lnSpc>
                <a:spcPct val="100000"/>
              </a:lnSpc>
              <a:buNone/>
              <a:defRPr sz="2400" b="1" i="0" baseline="0">
                <a:solidFill>
                  <a:schemeClr val="tx1"/>
                </a:solidFill>
                <a:latin typeface="微軟正黑體" panose="020B0604030504040204" pitchFamily="34" charset="-120"/>
                <a:ea typeface="微軟正黑體" panose="020B0604030504040204" pitchFamily="34" charset="-120"/>
              </a:defRPr>
            </a:lvl1pPr>
            <a:lvl2pPr marL="457200" indent="0">
              <a:lnSpc>
                <a:spcPct val="100000"/>
              </a:lnSpc>
              <a:buNone/>
              <a:defRPr sz="2200" b="1" i="0" baseline="0">
                <a:solidFill>
                  <a:schemeClr val="tx1"/>
                </a:solidFill>
                <a:latin typeface="微軟正黑體" panose="020B0604030504040204" pitchFamily="34" charset="-120"/>
                <a:ea typeface="微軟正黑體" panose="020B0604030504040204" pitchFamily="34" charset="-120"/>
              </a:defRPr>
            </a:lvl2pPr>
            <a:lvl3pPr marL="914400" indent="0">
              <a:lnSpc>
                <a:spcPct val="100000"/>
              </a:lnSpc>
              <a:buNone/>
              <a:defRPr sz="2000" b="1" i="0" baseline="0">
                <a:solidFill>
                  <a:schemeClr val="tx1"/>
                </a:solidFill>
                <a:latin typeface="微軟正黑體" panose="020B0604030504040204" pitchFamily="34" charset="-120"/>
                <a:ea typeface="微軟正黑體" panose="020B0604030504040204" pitchFamily="34" charset="-120"/>
              </a:defRPr>
            </a:lvl3pPr>
            <a:lvl4pPr marL="1371600" indent="0">
              <a:lnSpc>
                <a:spcPct val="100000"/>
              </a:lnSpc>
              <a:buNone/>
              <a:defRPr sz="2000" b="0" i="0" baseline="0">
                <a:solidFill>
                  <a:schemeClr val="tx1"/>
                </a:solidFill>
                <a:latin typeface="Microsoft YaHei" panose="020B0503020204020204" pitchFamily="34" charset="-122"/>
                <a:ea typeface="Microsoft YaHei" panose="020B0503020204020204" pitchFamily="34" charset="-122"/>
              </a:defRPr>
            </a:lvl4pPr>
            <a:lvl5pPr marL="1828800" indent="0">
              <a:lnSpc>
                <a:spcPct val="100000"/>
              </a:lnSpc>
              <a:buNone/>
              <a:defRPr sz="1800" b="0" i="0" baseline="0">
                <a:solidFill>
                  <a:schemeClr val="tx1"/>
                </a:solidFill>
                <a:latin typeface="Microsoft YaHei" panose="020B0503020204020204" pitchFamily="34" charset="-122"/>
                <a:ea typeface="Microsoft YaHei" panose="020B0503020204020204" pitchFamily="34" charset="-122"/>
              </a:defRPr>
            </a:lvl5pPr>
          </a:lstStyle>
          <a:p>
            <a:pPr lvl="0"/>
            <a:r>
              <a:rPr lang="zh-TW" altLang="en-US" dirty="0"/>
              <a:t>第一層微軟正黑體、加粗</a:t>
            </a:r>
            <a:r>
              <a:rPr lang="en-US" altLang="zh-TW" dirty="0"/>
              <a:t>24pt</a:t>
            </a:r>
            <a:endParaRPr lang="zh-TW" altLang="en-US" dirty="0"/>
          </a:p>
          <a:p>
            <a:pPr lvl="1"/>
            <a:r>
              <a:rPr lang="zh-TW" altLang="en-US" dirty="0"/>
              <a:t>第二層微軟正黑體、加粗</a:t>
            </a:r>
            <a:r>
              <a:rPr lang="en-US" altLang="zh-TW" dirty="0"/>
              <a:t>22pt</a:t>
            </a:r>
            <a:endParaRPr lang="zh-TW" altLang="en-US" dirty="0"/>
          </a:p>
          <a:p>
            <a:pPr lvl="2"/>
            <a:r>
              <a:rPr lang="zh-TW" altLang="en-US" dirty="0"/>
              <a:t>第三層微軟正黑體、加粗</a:t>
            </a:r>
            <a:r>
              <a:rPr lang="en-US" altLang="zh-TW" dirty="0"/>
              <a:t>20pt</a:t>
            </a:r>
            <a:endParaRPr lang="zh-TW" altLang="en-US" dirty="0"/>
          </a:p>
        </p:txBody>
      </p:sp>
      <p:sp>
        <p:nvSpPr>
          <p:cNvPr id="3" name="投影片編號版面配置區 8">
            <a:extLst>
              <a:ext uri="{FF2B5EF4-FFF2-40B4-BE49-F238E27FC236}">
                <a16:creationId xmlns:a16="http://schemas.microsoft.com/office/drawing/2014/main" id="{36C22B09-FD49-8242-8668-8E12AC11A64C}"/>
              </a:ext>
            </a:extLst>
          </p:cNvPr>
          <p:cNvSpPr txBox="1"/>
          <p:nvPr userDrawn="1"/>
        </p:nvSpPr>
        <p:spPr>
          <a:xfrm>
            <a:off x="-12700" y="6516537"/>
            <a:ext cx="376296" cy="288000"/>
          </a:xfrm>
          <a:prstGeom prst="rect">
            <a:avLst/>
          </a:prstGeom>
        </p:spPr>
        <p:txBody>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3915CC8-E052-47EF-B51B-C09700C93708}" type="slidenum">
              <a:rPr lang="zh-TW" altLang="en-US" sz="1000" b="1" smtClean="0">
                <a:solidFill>
                  <a:srgbClr val="262626"/>
                </a:solidFill>
                <a:latin typeface="微軟正黑體" panose="020B0604030504040204" pitchFamily="34" charset="-120"/>
                <a:ea typeface="微軟正黑體" panose="020B0604030504040204" pitchFamily="34" charset="-120"/>
              </a:rPr>
              <a:pPr/>
              <a:t>‹#›</a:t>
            </a:fld>
            <a:endParaRPr lang="zh-TW" altLang="en-US" sz="1000" b="1" dirty="0">
              <a:solidFill>
                <a:srgbClr val="262626"/>
              </a:solidFill>
              <a:latin typeface="微軟正黑體" panose="020B0604030504040204" pitchFamily="34" charset="-120"/>
              <a:ea typeface="微軟正黑體" panose="020B0604030504040204" pitchFamily="34" charset="-120"/>
            </a:endParaRPr>
          </a:p>
        </p:txBody>
      </p:sp>
      <p:sp>
        <p:nvSpPr>
          <p:cNvPr id="5" name="文字版面配置區 14">
            <a:extLst>
              <a:ext uri="{FF2B5EF4-FFF2-40B4-BE49-F238E27FC236}">
                <a16:creationId xmlns:a16="http://schemas.microsoft.com/office/drawing/2014/main" id="{61D32CBE-BFDF-D444-28E6-A01DBF8F33F8}"/>
              </a:ext>
            </a:extLst>
          </p:cNvPr>
          <p:cNvSpPr>
            <a:spLocks noGrp="1"/>
          </p:cNvSpPr>
          <p:nvPr>
            <p:ph type="body" sz="quarter" idx="10" hasCustomPrompt="1"/>
          </p:nvPr>
        </p:nvSpPr>
        <p:spPr>
          <a:xfrm>
            <a:off x="361950" y="6473108"/>
            <a:ext cx="10800000" cy="347626"/>
          </a:xfrm>
          <a:prstGeom prst="rect">
            <a:avLst/>
          </a:prstGeom>
        </p:spPr>
        <p:txBody>
          <a:bodyPr lIns="0" tIns="0" rIns="0" bIns="0" anchor="ctr"/>
          <a:lstStyle>
            <a:lvl1pPr marL="0" indent="0">
              <a:buNone/>
              <a:defRPr sz="1400" b="1" baseline="0">
                <a:solidFill>
                  <a:schemeClr val="tx1"/>
                </a:solidFill>
                <a:latin typeface="+mn-lt"/>
                <a:ea typeface="微軟正黑體" panose="020B0604030504040204" pitchFamily="34" charset="-120"/>
              </a:defRPr>
            </a:lvl1pPr>
            <a:lvl2pPr marL="457200" indent="0">
              <a:buNone/>
              <a:defRPr sz="1200" baseline="0">
                <a:solidFill>
                  <a:schemeClr val="bg1"/>
                </a:solidFill>
                <a:latin typeface="Calibri" panose="020F0502020204030204" pitchFamily="34" charset="0"/>
                <a:ea typeface="Microsoft YaHei" panose="020B0503020204020204" pitchFamily="34" charset="-122"/>
              </a:defRPr>
            </a:lvl2pPr>
            <a:lvl3pPr marL="914400" indent="0">
              <a:buNone/>
              <a:defRPr sz="1200" baseline="0">
                <a:solidFill>
                  <a:schemeClr val="bg1"/>
                </a:solidFill>
                <a:latin typeface="Calibri" panose="020F0502020204030204" pitchFamily="34" charset="0"/>
                <a:ea typeface="Microsoft YaHei" panose="020B0503020204020204" pitchFamily="34" charset="-122"/>
              </a:defRPr>
            </a:lvl3pPr>
            <a:lvl4pPr marL="1371600" indent="0">
              <a:buNone/>
              <a:defRPr sz="1200" baseline="0">
                <a:solidFill>
                  <a:schemeClr val="bg1"/>
                </a:solidFill>
                <a:latin typeface="Calibri" panose="020F0502020204030204" pitchFamily="34" charset="0"/>
                <a:ea typeface="Microsoft YaHei" panose="020B0503020204020204" pitchFamily="34" charset="-122"/>
              </a:defRPr>
            </a:lvl4pPr>
            <a:lvl5pPr marL="1828800" indent="0">
              <a:buNone/>
              <a:defRPr sz="1200" baseline="0">
                <a:solidFill>
                  <a:schemeClr val="bg1"/>
                </a:solidFill>
                <a:latin typeface="Calibri" panose="020F0502020204030204" pitchFamily="34" charset="0"/>
                <a:ea typeface="Microsoft YaHei" panose="020B0503020204020204" pitchFamily="34" charset="-122"/>
              </a:defRPr>
            </a:lvl5pPr>
          </a:lstStyle>
          <a:p>
            <a:pPr lvl="0"/>
            <a:r>
              <a:rPr lang="zh-TW" altLang="en-US" dirty="0"/>
              <a:t>引述資料來源 西元日期</a:t>
            </a:r>
          </a:p>
        </p:txBody>
      </p:sp>
      <p:sp>
        <p:nvSpPr>
          <p:cNvPr id="1" name="Watermark Text"/>
          <p:cNvSpPr>
            <a:spLocks noGrp="1"/>
          </p:cNvSpPr>
          <p:nvPr/>
        </p:nvSpPr>
        <p:spPr>
          <a:xfrm>
            <a:off x="1741715" y="6553200"/>
            <a:ext cx="9144000" cy="304800"/>
          </a:xfrm>
          <a:ln>
            <a:noFill/>
          </a:ln>
        </p:spPr>
        <p:txBody>
          <a:bodyPr/>
          <a:lstStyle/>
          <a:p>
            <a:pPr algn="r"/>
            <a:r>
              <a:rPr sz="1000" b="1">
                <a:solidFill>
                  <a:srgbClr val="bbbbbb"/>
                </a:solidFill>
                <a:latin typeface="Microsoft JhengHei"/>
                <a:ea typeface="微軟正黑體"/>
              </a:rPr>
              <a:t>財團法人車輛研究測試中心 hkuanyu@artc.org.tw 於 26/06/22 16:45 下載</a:t>
            </a:r>
          </a:p>
        </p:txBody>
      </p:sp>
    </p:spTree>
    <p:extLst>
      <p:ext uri="{BB962C8B-B14F-4D97-AF65-F5344CB8AC3E}">
        <p14:creationId xmlns:p14="http://schemas.microsoft.com/office/powerpoint/2010/main" val="320195054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4.xml><?xml version="1.0" encoding="utf-8"?>
<p:sldLayout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preserve="1" userDrawn="1">
  <p:cSld name="1_章節頁_V1-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文字版面配置區 26">
            <a:extLst>
              <a:ext uri="{FF2B5EF4-FFF2-40B4-BE49-F238E27FC236}">
                <a16:creationId xmlns:a16="http://schemas.microsoft.com/office/drawing/2014/main" id="{675A5165-C440-F163-C6DE-4DFF00D019AC}"/>
              </a:ext>
            </a:extLst>
          </p:cNvPr>
          <p:cNvSpPr>
            <a:spLocks noGrp="1"/>
          </p:cNvSpPr>
          <p:nvPr>
            <p:ph type="body" sz="quarter" idx="15" hasCustomPrompt="1"/>
          </p:nvPr>
        </p:nvSpPr>
        <p:spPr>
          <a:xfrm>
            <a:off x="342793" y="1851246"/>
            <a:ext cx="2702441" cy="1877459"/>
          </a:xfrm>
          <a:prstGeom prst="rect">
            <a:avLst/>
          </a:prstGeom>
        </p:spPr>
        <p:txBody>
          <a:bodyPr anchor="ctr"/>
          <a:lstStyle>
            <a:lvl1pPr marL="0" indent="0" algn="l">
              <a:buNone/>
              <a:defRPr sz="16000" b="1" i="0">
                <a:solidFill>
                  <a:srgbClr val="F9B755"/>
                </a:solidFill>
                <a:latin typeface="Barlow ExtraBold" pitchFamily="2" charset="0"/>
              </a:defRPr>
            </a:lvl1pPr>
          </a:lstStyle>
          <a:p>
            <a:pPr lvl="0"/>
            <a:r>
              <a:rPr kumimoji="1" lang="en-US" altLang="zh-TW" dirty="0"/>
              <a:t>01</a:t>
            </a:r>
            <a:endParaRPr kumimoji="1" lang="zh-TW" altLang="en-US" dirty="0"/>
          </a:p>
        </p:txBody>
      </p:sp>
      <p:sp>
        <p:nvSpPr>
          <p:cNvPr id="10" name="文字版面配置區 22">
            <a:extLst>
              <a:ext uri="{FF2B5EF4-FFF2-40B4-BE49-F238E27FC236}">
                <a16:creationId xmlns:a16="http://schemas.microsoft.com/office/drawing/2014/main" id="{F287A7C6-28E1-27AF-1A0C-0C8B664A3F9A}"/>
              </a:ext>
            </a:extLst>
          </p:cNvPr>
          <p:cNvSpPr>
            <a:spLocks noGrp="1"/>
          </p:cNvSpPr>
          <p:nvPr>
            <p:ph type="body" sz="quarter" idx="13" hasCustomPrompt="1"/>
          </p:nvPr>
        </p:nvSpPr>
        <p:spPr>
          <a:xfrm>
            <a:off x="350767" y="3728705"/>
            <a:ext cx="7529623" cy="1084522"/>
          </a:xfrm>
          <a:prstGeom prst="rect">
            <a:avLst/>
          </a:prstGeom>
        </p:spPr>
        <p:txBody>
          <a:bodyPr anchor="ctr"/>
          <a:lstStyle>
            <a:lvl1pPr marL="0" indent="0">
              <a:buNone/>
              <a:defRPr sz="3600" b="1" i="0" spc="100" baseline="0">
                <a:solidFill>
                  <a:srgbClr val="FFFFFF"/>
                </a:solidFill>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36pt</a:t>
            </a:r>
            <a:endParaRPr kumimoji="1" lang="zh-TW" altLang="en-US" dirty="0"/>
          </a:p>
        </p:txBody>
      </p:sp>
      <p:sp>
        <p:nvSpPr>
          <p:cNvPr id="3" name="Watermark Text"/>
          <p:cNvSpPr>
            <a:spLocks noGrp="1"/>
          </p:cNvSpPr>
          <p:nvPr/>
        </p:nvSpPr>
        <p:spPr>
          <a:xfrm>
            <a:off x="0" y="6553200"/>
            <a:ext cx="9144000" cy="304800"/>
          </a:xfrm>
          <a:ln>
            <a:noFill/>
          </a:ln>
        </p:spPr>
        <p:txBody>
          <a:bodyPr/>
          <a:lstStyle/>
          <a:p>
            <a:pPr>
              <a:defRPr/>
            </a:pPr>
            <a:endParaRPr sz="1400" b="1" dirty="0">
              <a:solidFill>
                <a:srgbClr val="000000"/>
              </a:solidFill>
              <a:latin typeface="Microsoft JhengHei"/>
              <a:ea typeface="微軟正黑體"/>
            </a:endParaRPr>
          </a:p>
        </p:txBody>
      </p:sp>
      <p:sp>
        <p:nvSpPr>
          <p:cNvPr id="1" name="Watermark Text"/>
          <p:cNvSpPr>
            <a:spLocks noGrp="1"/>
          </p:cNvSpPr>
          <p:nvPr/>
        </p:nvSpPr>
        <p:spPr>
          <a:xfrm>
            <a:off x="1741715" y="6553200"/>
            <a:ext cx="9144000" cy="304800"/>
          </a:xfrm>
          <a:ln>
            <a:noFill/>
          </a:ln>
        </p:spPr>
        <p:txBody>
          <a:bodyPr/>
          <a:lstStyle/>
          <a:p>
            <a:pPr algn="r"/>
            <a:r>
              <a:rPr sz="1000" b="1">
                <a:solidFill>
                  <a:srgbClr val="bbbbbb"/>
                </a:solidFill>
                <a:latin typeface="Microsoft JhengHei"/>
                <a:ea typeface="微軟正黑體"/>
              </a:rPr>
              <a:t>財團法人車輛研究測試中心 hkuanyu@artc.org.tw 於 26/06/22 16:45 下載</a:t>
            </a:r>
          </a:p>
        </p:txBody>
      </p:sp>
    </p:spTree>
    <p:extLst>
      <p:ext uri="{BB962C8B-B14F-4D97-AF65-F5344CB8AC3E}">
        <p14:creationId xmlns:p14="http://schemas.microsoft.com/office/powerpoint/2010/main" val="1506014867"/>
      </p:ext>
    </p:extLst>
  </p:cSld>
  <p:clrMapOvr>
    <a:masterClrMapping/>
  </p:clrMapOvr>
</p:sldLayout>
</file>

<file path=ppt/slideLayouts/slideLayout35.xml><?xml version="1.0" encoding="utf-8"?>
<p:sldLayout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reserve="1" userDrawn="1">
  <p:cSld name="章節頁_V1-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文字版面配置區 26">
            <a:extLst>
              <a:ext uri="{FF2B5EF4-FFF2-40B4-BE49-F238E27FC236}">
                <a16:creationId xmlns:a16="http://schemas.microsoft.com/office/drawing/2014/main" id="{675A5165-C440-F163-C6DE-4DFF00D019AC}"/>
              </a:ext>
            </a:extLst>
          </p:cNvPr>
          <p:cNvSpPr>
            <a:spLocks noGrp="1"/>
          </p:cNvSpPr>
          <p:nvPr>
            <p:ph type="body" sz="quarter" idx="15" hasCustomPrompt="1"/>
          </p:nvPr>
        </p:nvSpPr>
        <p:spPr>
          <a:xfrm>
            <a:off x="342793" y="1851246"/>
            <a:ext cx="2702441" cy="1877459"/>
          </a:xfrm>
          <a:prstGeom prst="rect">
            <a:avLst/>
          </a:prstGeom>
        </p:spPr>
        <p:txBody>
          <a:bodyPr anchor="ctr"/>
          <a:lstStyle>
            <a:lvl1pPr marL="0" indent="0" algn="l">
              <a:buNone/>
              <a:defRPr sz="16000" b="1" i="0">
                <a:solidFill>
                  <a:srgbClr val="F9B755"/>
                </a:solidFill>
                <a:latin typeface="Barlow ExtraBold" pitchFamily="2" charset="0"/>
              </a:defRPr>
            </a:lvl1pPr>
          </a:lstStyle>
          <a:p>
            <a:pPr lvl="0"/>
            <a:r>
              <a:rPr kumimoji="1" lang="en-US" altLang="zh-TW" dirty="0"/>
              <a:t>01</a:t>
            </a:r>
            <a:endParaRPr kumimoji="1" lang="zh-TW" altLang="en-US" dirty="0"/>
          </a:p>
        </p:txBody>
      </p:sp>
      <p:sp>
        <p:nvSpPr>
          <p:cNvPr id="10" name="文字版面配置區 22">
            <a:extLst>
              <a:ext uri="{FF2B5EF4-FFF2-40B4-BE49-F238E27FC236}">
                <a16:creationId xmlns:a16="http://schemas.microsoft.com/office/drawing/2014/main" id="{F287A7C6-28E1-27AF-1A0C-0C8B664A3F9A}"/>
              </a:ext>
            </a:extLst>
          </p:cNvPr>
          <p:cNvSpPr>
            <a:spLocks noGrp="1"/>
          </p:cNvSpPr>
          <p:nvPr>
            <p:ph type="body" sz="quarter" idx="13" hasCustomPrompt="1"/>
          </p:nvPr>
        </p:nvSpPr>
        <p:spPr>
          <a:xfrm>
            <a:off x="350767" y="3728705"/>
            <a:ext cx="7529623" cy="1084522"/>
          </a:xfrm>
          <a:prstGeom prst="rect">
            <a:avLst/>
          </a:prstGeom>
        </p:spPr>
        <p:txBody>
          <a:bodyPr anchor="ctr"/>
          <a:lstStyle>
            <a:lvl1pPr marL="0" indent="0">
              <a:buNone/>
              <a:defRPr sz="3600" b="1" i="0" spc="100" baseline="0">
                <a:solidFill>
                  <a:srgbClr val="FFFFFF"/>
                </a:solidFill>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36pt</a:t>
            </a:r>
            <a:endParaRPr kumimoji="1" lang="zh-TW" altLang="en-US" dirty="0"/>
          </a:p>
        </p:txBody>
      </p:sp>
      <p:sp>
        <p:nvSpPr>
          <p:cNvPr id="1" name="Watermark Text"/>
          <p:cNvSpPr>
            <a:spLocks noGrp="1"/>
          </p:cNvSpPr>
          <p:nvPr/>
        </p:nvSpPr>
        <p:spPr>
          <a:xfrm>
            <a:off x="1741715" y="6553200"/>
            <a:ext cx="9144000" cy="304800"/>
          </a:xfrm>
          <a:ln>
            <a:noFill/>
          </a:ln>
        </p:spPr>
        <p:txBody>
          <a:bodyPr/>
          <a:lstStyle/>
          <a:p>
            <a:pPr algn="r"/>
            <a:r>
              <a:rPr sz="1000" b="1">
                <a:solidFill>
                  <a:srgbClr val="bbbbbb"/>
                </a:solidFill>
                <a:latin typeface="Microsoft JhengHei"/>
                <a:ea typeface="微軟正黑體"/>
              </a:rPr>
              <a:t>財團法人車輛研究測試中心 hkuanyu@artc.org.tw 於 26/06/22 16:45 下載</a:t>
            </a:r>
          </a:p>
        </p:txBody>
      </p:sp>
    </p:spTree>
    <p:extLst>
      <p:ext uri="{BB962C8B-B14F-4D97-AF65-F5344CB8AC3E}">
        <p14:creationId xmlns:p14="http://schemas.microsoft.com/office/powerpoint/2010/main" val="161256895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6.xml><?xml version="1.0" encoding="utf-8"?>
<p:sldLayout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preserve="1" userDrawn="1">
  <p:cSld name="章節頁_V1-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文字版面配置區 26">
            <a:extLst>
              <a:ext uri="{FF2B5EF4-FFF2-40B4-BE49-F238E27FC236}">
                <a16:creationId xmlns:a16="http://schemas.microsoft.com/office/drawing/2014/main" id="{675A5165-C440-F163-C6DE-4DFF00D019AC}"/>
              </a:ext>
            </a:extLst>
          </p:cNvPr>
          <p:cNvSpPr>
            <a:spLocks noGrp="1"/>
          </p:cNvSpPr>
          <p:nvPr>
            <p:ph type="body" sz="quarter" idx="15" hasCustomPrompt="1"/>
          </p:nvPr>
        </p:nvSpPr>
        <p:spPr>
          <a:xfrm>
            <a:off x="342793" y="1851246"/>
            <a:ext cx="2702441" cy="1877459"/>
          </a:xfrm>
          <a:prstGeom prst="rect">
            <a:avLst/>
          </a:prstGeom>
        </p:spPr>
        <p:txBody>
          <a:bodyPr anchor="ctr"/>
          <a:lstStyle>
            <a:lvl1pPr marL="0" indent="0" algn="l">
              <a:buNone/>
              <a:defRPr sz="16000" b="1" i="0">
                <a:solidFill>
                  <a:srgbClr val="F9B755"/>
                </a:solidFill>
                <a:latin typeface="Barlow ExtraBold" pitchFamily="2" charset="0"/>
              </a:defRPr>
            </a:lvl1pPr>
          </a:lstStyle>
          <a:p>
            <a:pPr lvl="0"/>
            <a:r>
              <a:rPr kumimoji="1" lang="en-US" altLang="zh-TW" dirty="0"/>
              <a:t>01</a:t>
            </a:r>
            <a:endParaRPr kumimoji="1" lang="zh-TW" altLang="en-US" dirty="0"/>
          </a:p>
        </p:txBody>
      </p:sp>
      <p:sp>
        <p:nvSpPr>
          <p:cNvPr id="10" name="文字版面配置區 22">
            <a:extLst>
              <a:ext uri="{FF2B5EF4-FFF2-40B4-BE49-F238E27FC236}">
                <a16:creationId xmlns:a16="http://schemas.microsoft.com/office/drawing/2014/main" id="{F287A7C6-28E1-27AF-1A0C-0C8B664A3F9A}"/>
              </a:ext>
            </a:extLst>
          </p:cNvPr>
          <p:cNvSpPr>
            <a:spLocks noGrp="1"/>
          </p:cNvSpPr>
          <p:nvPr>
            <p:ph type="body" sz="quarter" idx="13" hasCustomPrompt="1"/>
          </p:nvPr>
        </p:nvSpPr>
        <p:spPr>
          <a:xfrm>
            <a:off x="350767" y="3728705"/>
            <a:ext cx="7529623" cy="1084522"/>
          </a:xfrm>
          <a:prstGeom prst="rect">
            <a:avLst/>
          </a:prstGeom>
        </p:spPr>
        <p:txBody>
          <a:bodyPr anchor="ctr"/>
          <a:lstStyle>
            <a:lvl1pPr marL="0" indent="0">
              <a:buNone/>
              <a:defRPr sz="3600" b="1" i="0" spc="100" baseline="0">
                <a:solidFill>
                  <a:srgbClr val="FFFFFF"/>
                </a:solidFill>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36pt</a:t>
            </a:r>
            <a:endParaRPr kumimoji="1" lang="zh-TW" altLang="en-US" dirty="0"/>
          </a:p>
        </p:txBody>
      </p:sp>
      <p:sp>
        <p:nvSpPr>
          <p:cNvPr id="3" name="Watermark Text"/>
          <p:cNvSpPr>
            <a:spLocks noGrp="1"/>
          </p:cNvSpPr>
          <p:nvPr/>
        </p:nvSpPr>
        <p:spPr>
          <a:xfrm>
            <a:off x="0" y="6553200"/>
            <a:ext cx="9144000" cy="304800"/>
          </a:xfrm>
          <a:ln>
            <a:noFill/>
          </a:ln>
        </p:spPr>
        <p:txBody>
          <a:bodyPr/>
          <a:lstStyle/>
          <a:p>
            <a:pPr>
              <a:defRPr/>
            </a:pPr>
            <a:endParaRPr sz="1400" b="1" dirty="0">
              <a:solidFill>
                <a:srgbClr val="000000"/>
              </a:solidFill>
              <a:latin typeface="Microsoft JhengHei"/>
              <a:ea typeface="微軟正黑體"/>
            </a:endParaRPr>
          </a:p>
        </p:txBody>
      </p:sp>
      <p:sp>
        <p:nvSpPr>
          <p:cNvPr id="1" name="Watermark Text"/>
          <p:cNvSpPr>
            <a:spLocks noGrp="1"/>
          </p:cNvSpPr>
          <p:nvPr/>
        </p:nvSpPr>
        <p:spPr>
          <a:xfrm>
            <a:off x="1741715" y="6553200"/>
            <a:ext cx="9144000" cy="304800"/>
          </a:xfrm>
          <a:ln>
            <a:noFill/>
          </a:ln>
        </p:spPr>
        <p:txBody>
          <a:bodyPr/>
          <a:lstStyle/>
          <a:p>
            <a:pPr algn="r"/>
            <a:r>
              <a:rPr sz="1000" b="1">
                <a:solidFill>
                  <a:srgbClr val="bbbbbb"/>
                </a:solidFill>
                <a:latin typeface="Microsoft JhengHei"/>
                <a:ea typeface="微軟正黑體"/>
              </a:rPr>
              <a:t>財團法人車輛研究測試中心 hkuanyu@artc.org.tw 於 26/06/22 16:45 下載</a:t>
            </a:r>
          </a:p>
        </p:txBody>
      </p:sp>
    </p:spTree>
    <p:extLst>
      <p:ext uri="{BB962C8B-B14F-4D97-AF65-F5344CB8AC3E}">
        <p14:creationId xmlns:p14="http://schemas.microsoft.com/office/powerpoint/2010/main" val="3969469404"/>
      </p:ext>
    </p:extLst>
  </p:cSld>
  <p:clrMapOvr>
    <a:masterClrMapping/>
  </p:clrMapOvr>
</p:sldLayout>
</file>

<file path=ppt/slideLayouts/slideLayout37.xml><?xml version="1.0" encoding="utf-8"?>
<p:sldLayout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reserve="1" userDrawn="1">
  <p:cSld name="2_內容頁_V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標題 1"/>
          <p:cNvSpPr>
            <a:spLocks noGrp="1"/>
          </p:cNvSpPr>
          <p:nvPr>
            <p:ph type="title" hasCustomPrompt="1"/>
          </p:nvPr>
        </p:nvSpPr>
        <p:spPr>
          <a:xfrm>
            <a:off x="641445" y="377826"/>
            <a:ext cx="11340000" cy="676866"/>
          </a:xfrm>
          <a:prstGeom prst="rect">
            <a:avLst/>
          </a:prstGeom>
        </p:spPr>
        <p:txBody>
          <a:bodyPr anchor="t"/>
          <a:lstStyle>
            <a:lvl1pPr algn="l" rtl="0" eaLnBrk="1" fontAlgn="base" hangingPunct="1">
              <a:lnSpc>
                <a:spcPct val="100000"/>
              </a:lnSpc>
              <a:spcBef>
                <a:spcPct val="0"/>
              </a:spcBef>
              <a:spcAft>
                <a:spcPct val="0"/>
              </a:spcAft>
              <a:defRPr lang="zh-TW" altLang="en-US" sz="3600" b="1" i="0" kern="1200" spc="100" baseline="0" dirty="0">
                <a:solidFill>
                  <a:schemeClr val="tx1"/>
                </a:solidFill>
                <a:latin typeface="微軟正黑體" panose="020B0604030504040204" pitchFamily="34" charset="-120"/>
                <a:ea typeface="微軟正黑體" panose="020B0604030504040204" pitchFamily="34" charset="-120"/>
                <a:cs typeface="+mj-cs"/>
              </a:defRPr>
            </a:lvl1pPr>
          </a:lstStyle>
          <a:p>
            <a:r>
              <a:rPr lang="zh-TW" altLang="en-US" dirty="0"/>
              <a:t>標題微軟正黑體、加粗</a:t>
            </a:r>
            <a:r>
              <a:rPr lang="en-US" altLang="zh-TW" dirty="0"/>
              <a:t>36pt</a:t>
            </a:r>
            <a:endParaRPr lang="zh-TW" altLang="en-US" dirty="0"/>
          </a:p>
        </p:txBody>
      </p:sp>
      <p:sp>
        <p:nvSpPr>
          <p:cNvPr id="7" name="內容版面配置區 2">
            <a:extLst>
              <a:ext uri="{FF2B5EF4-FFF2-40B4-BE49-F238E27FC236}">
                <a16:creationId xmlns:a16="http://schemas.microsoft.com/office/drawing/2014/main" id="{0B276ED0-713E-27AF-215F-7358348D77F5}"/>
              </a:ext>
            </a:extLst>
          </p:cNvPr>
          <p:cNvSpPr>
            <a:spLocks noGrp="1"/>
          </p:cNvSpPr>
          <p:nvPr>
            <p:ph idx="1" hasCustomPrompt="1"/>
          </p:nvPr>
        </p:nvSpPr>
        <p:spPr>
          <a:xfrm>
            <a:off x="361950" y="1214651"/>
            <a:ext cx="11645100" cy="5088334"/>
          </a:xfrm>
          <a:prstGeom prst="rect">
            <a:avLst/>
          </a:prstGeom>
        </p:spPr>
        <p:txBody>
          <a:bodyPr/>
          <a:lstStyle>
            <a:lvl1pPr marL="0" indent="0">
              <a:lnSpc>
                <a:spcPct val="100000"/>
              </a:lnSpc>
              <a:buNone/>
              <a:defRPr sz="2400" b="1" i="0" baseline="0">
                <a:solidFill>
                  <a:schemeClr val="tx1"/>
                </a:solidFill>
                <a:latin typeface="微軟正黑體" panose="020B0604030504040204" pitchFamily="34" charset="-120"/>
                <a:ea typeface="微軟正黑體" panose="020B0604030504040204" pitchFamily="34" charset="-120"/>
              </a:defRPr>
            </a:lvl1pPr>
            <a:lvl2pPr marL="457200" indent="0">
              <a:lnSpc>
                <a:spcPct val="100000"/>
              </a:lnSpc>
              <a:buNone/>
              <a:defRPr sz="2200" b="1" i="0" baseline="0">
                <a:solidFill>
                  <a:schemeClr val="tx1"/>
                </a:solidFill>
                <a:latin typeface="微軟正黑體" panose="020B0604030504040204" pitchFamily="34" charset="-120"/>
                <a:ea typeface="微軟正黑體" panose="020B0604030504040204" pitchFamily="34" charset="-120"/>
              </a:defRPr>
            </a:lvl2pPr>
            <a:lvl3pPr marL="914400" indent="0">
              <a:lnSpc>
                <a:spcPct val="100000"/>
              </a:lnSpc>
              <a:buNone/>
              <a:defRPr sz="2000" b="1" i="0" baseline="0">
                <a:solidFill>
                  <a:schemeClr val="tx1"/>
                </a:solidFill>
                <a:latin typeface="微軟正黑體" panose="020B0604030504040204" pitchFamily="34" charset="-120"/>
                <a:ea typeface="微軟正黑體" panose="020B0604030504040204" pitchFamily="34" charset="-120"/>
              </a:defRPr>
            </a:lvl3pPr>
            <a:lvl4pPr marL="1371600" indent="0">
              <a:lnSpc>
                <a:spcPct val="100000"/>
              </a:lnSpc>
              <a:buNone/>
              <a:defRPr sz="2000" b="0" i="0" baseline="0">
                <a:solidFill>
                  <a:schemeClr val="tx1"/>
                </a:solidFill>
                <a:latin typeface="Microsoft YaHei" panose="020B0503020204020204" pitchFamily="34" charset="-122"/>
                <a:ea typeface="Microsoft YaHei" panose="020B0503020204020204" pitchFamily="34" charset="-122"/>
              </a:defRPr>
            </a:lvl4pPr>
            <a:lvl5pPr marL="1828800" indent="0">
              <a:lnSpc>
                <a:spcPct val="100000"/>
              </a:lnSpc>
              <a:buNone/>
              <a:defRPr sz="1800" b="0" i="0" baseline="0">
                <a:solidFill>
                  <a:schemeClr val="tx1"/>
                </a:solidFill>
                <a:latin typeface="Microsoft YaHei" panose="020B0503020204020204" pitchFamily="34" charset="-122"/>
                <a:ea typeface="Microsoft YaHei" panose="020B0503020204020204" pitchFamily="34" charset="-122"/>
              </a:defRPr>
            </a:lvl5pPr>
          </a:lstStyle>
          <a:p>
            <a:pPr lvl="0"/>
            <a:r>
              <a:rPr lang="zh-TW" altLang="en-US" dirty="0"/>
              <a:t>第一層微軟正黑體、加粗</a:t>
            </a:r>
            <a:r>
              <a:rPr lang="en-US" altLang="zh-TW" dirty="0"/>
              <a:t>24pt</a:t>
            </a:r>
            <a:endParaRPr lang="zh-TW" altLang="en-US" dirty="0"/>
          </a:p>
          <a:p>
            <a:pPr lvl="1"/>
            <a:r>
              <a:rPr lang="zh-TW" altLang="en-US" dirty="0"/>
              <a:t>第二層微軟正黑體、加粗</a:t>
            </a:r>
            <a:r>
              <a:rPr lang="en-US" altLang="zh-TW" dirty="0"/>
              <a:t>22pt</a:t>
            </a:r>
            <a:endParaRPr lang="zh-TW" altLang="en-US" dirty="0"/>
          </a:p>
          <a:p>
            <a:pPr lvl="2"/>
            <a:r>
              <a:rPr lang="zh-TW" altLang="en-US" dirty="0"/>
              <a:t>第三層微軟正黑體、加粗</a:t>
            </a:r>
            <a:r>
              <a:rPr lang="en-US" altLang="zh-TW" dirty="0"/>
              <a:t>20pt</a:t>
            </a:r>
            <a:endParaRPr lang="zh-TW" altLang="en-US" dirty="0"/>
          </a:p>
        </p:txBody>
      </p:sp>
      <p:sp>
        <p:nvSpPr>
          <p:cNvPr id="3" name="投影片編號版面配置區 8">
            <a:extLst>
              <a:ext uri="{FF2B5EF4-FFF2-40B4-BE49-F238E27FC236}">
                <a16:creationId xmlns:a16="http://schemas.microsoft.com/office/drawing/2014/main" id="{36C22B09-FD49-8242-8668-8E12AC11A64C}"/>
              </a:ext>
            </a:extLst>
          </p:cNvPr>
          <p:cNvSpPr txBox="1"/>
          <p:nvPr userDrawn="1"/>
        </p:nvSpPr>
        <p:spPr>
          <a:xfrm>
            <a:off x="-12700" y="6516537"/>
            <a:ext cx="376296" cy="288000"/>
          </a:xfrm>
          <a:prstGeom prst="rect">
            <a:avLst/>
          </a:prstGeom>
        </p:spPr>
        <p:txBody>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3915CC8-E052-47EF-B51B-C09700C93708}" type="slidenum">
              <a:rPr lang="zh-TW" altLang="en-US" sz="1000" b="1" smtClean="0">
                <a:solidFill>
                  <a:srgbClr val="262626"/>
                </a:solidFill>
                <a:latin typeface="微軟正黑體" panose="020B0604030504040204" pitchFamily="34" charset="-120"/>
                <a:ea typeface="微軟正黑體" panose="020B0604030504040204" pitchFamily="34" charset="-120"/>
              </a:rPr>
              <a:pPr/>
              <a:t>‹#›</a:t>
            </a:fld>
            <a:endParaRPr lang="zh-TW" altLang="en-US" sz="1000" b="1" dirty="0">
              <a:solidFill>
                <a:srgbClr val="262626"/>
              </a:solidFill>
              <a:latin typeface="微軟正黑體" panose="020B0604030504040204" pitchFamily="34" charset="-120"/>
              <a:ea typeface="微軟正黑體" panose="020B0604030504040204" pitchFamily="34" charset="-120"/>
            </a:endParaRPr>
          </a:p>
        </p:txBody>
      </p:sp>
      <p:sp>
        <p:nvSpPr>
          <p:cNvPr id="5" name="文字版面配置區 14">
            <a:extLst>
              <a:ext uri="{FF2B5EF4-FFF2-40B4-BE49-F238E27FC236}">
                <a16:creationId xmlns:a16="http://schemas.microsoft.com/office/drawing/2014/main" id="{61D32CBE-BFDF-D444-28E6-A01DBF8F33F8}"/>
              </a:ext>
            </a:extLst>
          </p:cNvPr>
          <p:cNvSpPr>
            <a:spLocks noGrp="1"/>
          </p:cNvSpPr>
          <p:nvPr>
            <p:ph type="body" sz="quarter" idx="10" hasCustomPrompt="1"/>
          </p:nvPr>
        </p:nvSpPr>
        <p:spPr>
          <a:xfrm>
            <a:off x="361950" y="6473108"/>
            <a:ext cx="10800000" cy="347626"/>
          </a:xfrm>
          <a:prstGeom prst="rect">
            <a:avLst/>
          </a:prstGeom>
        </p:spPr>
        <p:txBody>
          <a:bodyPr lIns="0" tIns="0" rIns="0" bIns="0" anchor="ctr"/>
          <a:lstStyle>
            <a:lvl1pPr marL="0" indent="0">
              <a:buNone/>
              <a:defRPr sz="1400" b="1" baseline="0">
                <a:solidFill>
                  <a:schemeClr val="tx1"/>
                </a:solidFill>
                <a:latin typeface="+mn-lt"/>
                <a:ea typeface="微軟正黑體" panose="020B0604030504040204" pitchFamily="34" charset="-120"/>
              </a:defRPr>
            </a:lvl1pPr>
            <a:lvl2pPr marL="457200" indent="0">
              <a:buNone/>
              <a:defRPr sz="1200" baseline="0">
                <a:solidFill>
                  <a:schemeClr val="bg1"/>
                </a:solidFill>
                <a:latin typeface="Calibri" panose="020F0502020204030204" pitchFamily="34" charset="0"/>
                <a:ea typeface="Microsoft YaHei" panose="020B0503020204020204" pitchFamily="34" charset="-122"/>
              </a:defRPr>
            </a:lvl2pPr>
            <a:lvl3pPr marL="914400" indent="0">
              <a:buNone/>
              <a:defRPr sz="1200" baseline="0">
                <a:solidFill>
                  <a:schemeClr val="bg1"/>
                </a:solidFill>
                <a:latin typeface="Calibri" panose="020F0502020204030204" pitchFamily="34" charset="0"/>
                <a:ea typeface="Microsoft YaHei" panose="020B0503020204020204" pitchFamily="34" charset="-122"/>
              </a:defRPr>
            </a:lvl3pPr>
            <a:lvl4pPr marL="1371600" indent="0">
              <a:buNone/>
              <a:defRPr sz="1200" baseline="0">
                <a:solidFill>
                  <a:schemeClr val="bg1"/>
                </a:solidFill>
                <a:latin typeface="Calibri" panose="020F0502020204030204" pitchFamily="34" charset="0"/>
                <a:ea typeface="Microsoft YaHei" panose="020B0503020204020204" pitchFamily="34" charset="-122"/>
              </a:defRPr>
            </a:lvl4pPr>
            <a:lvl5pPr marL="1828800" indent="0">
              <a:buNone/>
              <a:defRPr sz="1200" baseline="0">
                <a:solidFill>
                  <a:schemeClr val="bg1"/>
                </a:solidFill>
                <a:latin typeface="Calibri" panose="020F0502020204030204" pitchFamily="34" charset="0"/>
                <a:ea typeface="Microsoft YaHei" panose="020B0503020204020204" pitchFamily="34" charset="-122"/>
              </a:defRPr>
            </a:lvl5pPr>
          </a:lstStyle>
          <a:p>
            <a:pPr lvl="0"/>
            <a:r>
              <a:rPr lang="zh-TW" altLang="en-US" dirty="0"/>
              <a:t>引述資料來源 西元日期</a:t>
            </a:r>
          </a:p>
        </p:txBody>
      </p:sp>
      <p:sp>
        <p:nvSpPr>
          <p:cNvPr id="1" name="Watermark Text"/>
          <p:cNvSpPr>
            <a:spLocks noGrp="1"/>
          </p:cNvSpPr>
          <p:nvPr/>
        </p:nvSpPr>
        <p:spPr>
          <a:xfrm>
            <a:off x="1741715" y="6553200"/>
            <a:ext cx="9144000" cy="304800"/>
          </a:xfrm>
          <a:ln>
            <a:noFill/>
          </a:ln>
        </p:spPr>
        <p:txBody>
          <a:bodyPr/>
          <a:lstStyle/>
          <a:p>
            <a:pPr algn="r"/>
            <a:r>
              <a:rPr sz="1000" b="1">
                <a:solidFill>
                  <a:srgbClr val="bbbbbb"/>
                </a:solidFill>
                <a:latin typeface="Microsoft JhengHei"/>
                <a:ea typeface="微軟正黑體"/>
              </a:rPr>
              <a:t>財團法人車輛研究測試中心 hkuanyu@artc.org.tw 於 26/06/22 16:45 下載</a:t>
            </a:r>
          </a:p>
        </p:txBody>
      </p:sp>
    </p:spTree>
    <p:extLst>
      <p:ext uri="{BB962C8B-B14F-4D97-AF65-F5344CB8AC3E}">
        <p14:creationId xmlns:p14="http://schemas.microsoft.com/office/powerpoint/2010/main" val="96411258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8.xml><?xml version="1.0" encoding="utf-8"?>
<p:sldLayout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reserve="1" userDrawn="1">
  <p:cSld name="1_內容頁_V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標題 1"/>
          <p:cNvSpPr>
            <a:spLocks noGrp="1"/>
          </p:cNvSpPr>
          <p:nvPr>
            <p:ph type="title" hasCustomPrompt="1"/>
          </p:nvPr>
        </p:nvSpPr>
        <p:spPr>
          <a:xfrm>
            <a:off x="641445" y="365126"/>
            <a:ext cx="11340000" cy="676866"/>
          </a:xfrm>
          <a:prstGeom prst="rect">
            <a:avLst/>
          </a:prstGeom>
        </p:spPr>
        <p:txBody>
          <a:bodyPr anchor="ctr"/>
          <a:lstStyle>
            <a:lvl1pPr algn="l" rtl="0" eaLnBrk="1" fontAlgn="base" hangingPunct="1">
              <a:lnSpc>
                <a:spcPct val="100000"/>
              </a:lnSpc>
              <a:spcBef>
                <a:spcPct val="0"/>
              </a:spcBef>
              <a:spcAft>
                <a:spcPct val="0"/>
              </a:spcAft>
              <a:defRPr lang="zh-TW" altLang="en-US" sz="3600" b="1" i="0" kern="1200" spc="100" baseline="0" dirty="0">
                <a:solidFill>
                  <a:schemeClr val="tx1"/>
                </a:solidFill>
                <a:latin typeface="微軟正黑體" panose="020B0604030504040204" pitchFamily="34" charset="-120"/>
                <a:ea typeface="微軟正黑體" panose="020B0604030504040204" pitchFamily="34" charset="-120"/>
                <a:cs typeface="+mj-cs"/>
              </a:defRPr>
            </a:lvl1pPr>
          </a:lstStyle>
          <a:p>
            <a:r>
              <a:rPr lang="zh-TW" altLang="en-US" dirty="0"/>
              <a:t>標題微軟正黑體、加粗</a:t>
            </a:r>
            <a:r>
              <a:rPr lang="en-US" altLang="zh-TW" dirty="0"/>
              <a:t>36pt</a:t>
            </a:r>
            <a:endParaRPr lang="zh-TW" altLang="en-US" dirty="0"/>
          </a:p>
        </p:txBody>
      </p:sp>
      <p:sp>
        <p:nvSpPr>
          <p:cNvPr id="7" name="內容版面配置區 2">
            <a:extLst>
              <a:ext uri="{FF2B5EF4-FFF2-40B4-BE49-F238E27FC236}">
                <a16:creationId xmlns:a16="http://schemas.microsoft.com/office/drawing/2014/main" id="{0B276ED0-713E-27AF-215F-7358348D77F5}"/>
              </a:ext>
            </a:extLst>
          </p:cNvPr>
          <p:cNvSpPr>
            <a:spLocks noGrp="1"/>
          </p:cNvSpPr>
          <p:nvPr>
            <p:ph idx="1" hasCustomPrompt="1"/>
          </p:nvPr>
        </p:nvSpPr>
        <p:spPr>
          <a:xfrm>
            <a:off x="361950" y="1214651"/>
            <a:ext cx="11645100" cy="5088334"/>
          </a:xfrm>
          <a:prstGeom prst="rect">
            <a:avLst/>
          </a:prstGeom>
        </p:spPr>
        <p:txBody>
          <a:bodyPr/>
          <a:lstStyle>
            <a:lvl1pPr marL="0" indent="0">
              <a:lnSpc>
                <a:spcPct val="100000"/>
              </a:lnSpc>
              <a:buNone/>
              <a:defRPr sz="2400" b="1" i="0" baseline="0">
                <a:solidFill>
                  <a:schemeClr val="tx1"/>
                </a:solidFill>
                <a:latin typeface="微軟正黑體" panose="020B0604030504040204" pitchFamily="34" charset="-120"/>
                <a:ea typeface="微軟正黑體" panose="020B0604030504040204" pitchFamily="34" charset="-120"/>
              </a:defRPr>
            </a:lvl1pPr>
            <a:lvl2pPr marL="457200" indent="0">
              <a:lnSpc>
                <a:spcPct val="100000"/>
              </a:lnSpc>
              <a:buNone/>
              <a:defRPr sz="2200" b="1" i="0" baseline="0">
                <a:solidFill>
                  <a:schemeClr val="tx1"/>
                </a:solidFill>
                <a:latin typeface="微軟正黑體" panose="020B0604030504040204" pitchFamily="34" charset="-120"/>
                <a:ea typeface="微軟正黑體" panose="020B0604030504040204" pitchFamily="34" charset="-120"/>
              </a:defRPr>
            </a:lvl2pPr>
            <a:lvl3pPr marL="914400" indent="0">
              <a:lnSpc>
                <a:spcPct val="100000"/>
              </a:lnSpc>
              <a:buNone/>
              <a:defRPr sz="2000" b="1" i="0" baseline="0">
                <a:solidFill>
                  <a:schemeClr val="tx1"/>
                </a:solidFill>
                <a:latin typeface="微軟正黑體" panose="020B0604030504040204" pitchFamily="34" charset="-120"/>
                <a:ea typeface="微軟正黑體" panose="020B0604030504040204" pitchFamily="34" charset="-120"/>
              </a:defRPr>
            </a:lvl3pPr>
            <a:lvl4pPr marL="1371600" indent="0">
              <a:lnSpc>
                <a:spcPct val="100000"/>
              </a:lnSpc>
              <a:buNone/>
              <a:defRPr sz="2000" b="0" i="0" baseline="0">
                <a:solidFill>
                  <a:schemeClr val="tx1"/>
                </a:solidFill>
                <a:latin typeface="Microsoft YaHei" panose="020B0503020204020204" pitchFamily="34" charset="-122"/>
                <a:ea typeface="Microsoft YaHei" panose="020B0503020204020204" pitchFamily="34" charset="-122"/>
              </a:defRPr>
            </a:lvl4pPr>
            <a:lvl5pPr marL="1828800" indent="0">
              <a:lnSpc>
                <a:spcPct val="100000"/>
              </a:lnSpc>
              <a:buNone/>
              <a:defRPr sz="1800" b="0" i="0" baseline="0">
                <a:solidFill>
                  <a:schemeClr val="tx1"/>
                </a:solidFill>
                <a:latin typeface="Microsoft YaHei" panose="020B0503020204020204" pitchFamily="34" charset="-122"/>
                <a:ea typeface="Microsoft YaHei" panose="020B0503020204020204" pitchFamily="34" charset="-122"/>
              </a:defRPr>
            </a:lvl5pPr>
          </a:lstStyle>
          <a:p>
            <a:pPr lvl="0"/>
            <a:r>
              <a:rPr lang="zh-TW" altLang="en-US" dirty="0"/>
              <a:t>第一層微軟正黑體、加粗</a:t>
            </a:r>
            <a:r>
              <a:rPr lang="en-US" altLang="zh-TW" dirty="0"/>
              <a:t>24pt</a:t>
            </a:r>
            <a:endParaRPr lang="zh-TW" altLang="en-US" dirty="0"/>
          </a:p>
          <a:p>
            <a:pPr lvl="1"/>
            <a:r>
              <a:rPr lang="zh-TW" altLang="en-US" dirty="0"/>
              <a:t>第二層微軟正黑體、加粗</a:t>
            </a:r>
            <a:r>
              <a:rPr lang="en-US" altLang="zh-TW" dirty="0"/>
              <a:t>22pt</a:t>
            </a:r>
            <a:endParaRPr lang="zh-TW" altLang="en-US" dirty="0"/>
          </a:p>
          <a:p>
            <a:pPr lvl="2"/>
            <a:r>
              <a:rPr lang="zh-TW" altLang="en-US" dirty="0"/>
              <a:t>第三層微軟正黑體、加粗</a:t>
            </a:r>
            <a:r>
              <a:rPr lang="en-US" altLang="zh-TW" dirty="0"/>
              <a:t>20pt</a:t>
            </a:r>
            <a:endParaRPr lang="zh-TW" altLang="en-US" dirty="0"/>
          </a:p>
        </p:txBody>
      </p:sp>
      <p:sp>
        <p:nvSpPr>
          <p:cNvPr id="5" name="投影片編號版面配置區 8">
            <a:extLst>
              <a:ext uri="{FF2B5EF4-FFF2-40B4-BE49-F238E27FC236}">
                <a16:creationId xmlns:a16="http://schemas.microsoft.com/office/drawing/2014/main" id="{8FFE1FFD-423B-E8F4-C185-53DBEA91F24D}"/>
              </a:ext>
            </a:extLst>
          </p:cNvPr>
          <p:cNvSpPr txBox="1"/>
          <p:nvPr userDrawn="1"/>
        </p:nvSpPr>
        <p:spPr>
          <a:xfrm>
            <a:off x="-12700" y="6516537"/>
            <a:ext cx="376296" cy="288000"/>
          </a:xfrm>
          <a:prstGeom prst="rect">
            <a:avLst/>
          </a:prstGeom>
        </p:spPr>
        <p:txBody>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3915CC8-E052-47EF-B51B-C09700C93708}" type="slidenum">
              <a:rPr lang="zh-TW" altLang="en-US" sz="1000" b="1" smtClean="0">
                <a:solidFill>
                  <a:srgbClr val="262626"/>
                </a:solidFill>
                <a:latin typeface="微軟正黑體" panose="020B0604030504040204" pitchFamily="34" charset="-120"/>
                <a:ea typeface="微軟正黑體" panose="020B0604030504040204" pitchFamily="34" charset="-120"/>
              </a:rPr>
              <a:pPr/>
              <a:t>‹#›</a:t>
            </a:fld>
            <a:endParaRPr lang="zh-TW" altLang="en-US" sz="1000" b="1" dirty="0">
              <a:solidFill>
                <a:srgbClr val="262626"/>
              </a:solidFill>
              <a:latin typeface="微軟正黑體" panose="020B0604030504040204" pitchFamily="34" charset="-120"/>
              <a:ea typeface="微軟正黑體" panose="020B0604030504040204" pitchFamily="34" charset="-120"/>
            </a:endParaRPr>
          </a:p>
        </p:txBody>
      </p:sp>
      <p:sp>
        <p:nvSpPr>
          <p:cNvPr id="8" name="文字版面配置區 14">
            <a:extLst>
              <a:ext uri="{FF2B5EF4-FFF2-40B4-BE49-F238E27FC236}">
                <a16:creationId xmlns:a16="http://schemas.microsoft.com/office/drawing/2014/main" id="{27DB85CE-25D1-5E0E-DCA5-D4E7B070EACB}"/>
              </a:ext>
            </a:extLst>
          </p:cNvPr>
          <p:cNvSpPr>
            <a:spLocks noGrp="1"/>
          </p:cNvSpPr>
          <p:nvPr>
            <p:ph type="body" sz="quarter" idx="10" hasCustomPrompt="1"/>
          </p:nvPr>
        </p:nvSpPr>
        <p:spPr>
          <a:xfrm>
            <a:off x="361950" y="6473108"/>
            <a:ext cx="10800000" cy="347626"/>
          </a:xfrm>
          <a:prstGeom prst="rect">
            <a:avLst/>
          </a:prstGeom>
        </p:spPr>
        <p:txBody>
          <a:bodyPr lIns="0" tIns="0" rIns="0" bIns="0" anchor="ctr"/>
          <a:lstStyle>
            <a:lvl1pPr marL="0" indent="0">
              <a:buNone/>
              <a:defRPr sz="1400" b="1" baseline="0">
                <a:solidFill>
                  <a:schemeClr val="tx1"/>
                </a:solidFill>
                <a:latin typeface="+mn-lt"/>
                <a:ea typeface="微軟正黑體" panose="020B0604030504040204" pitchFamily="34" charset="-120"/>
              </a:defRPr>
            </a:lvl1pPr>
            <a:lvl2pPr marL="457200" indent="0">
              <a:buNone/>
              <a:defRPr sz="1200" baseline="0">
                <a:solidFill>
                  <a:schemeClr val="bg1"/>
                </a:solidFill>
                <a:latin typeface="Calibri" panose="020F0502020204030204" pitchFamily="34" charset="0"/>
                <a:ea typeface="Microsoft YaHei" panose="020B0503020204020204" pitchFamily="34" charset="-122"/>
              </a:defRPr>
            </a:lvl2pPr>
            <a:lvl3pPr marL="914400" indent="0">
              <a:buNone/>
              <a:defRPr sz="1200" baseline="0">
                <a:solidFill>
                  <a:schemeClr val="bg1"/>
                </a:solidFill>
                <a:latin typeface="Calibri" panose="020F0502020204030204" pitchFamily="34" charset="0"/>
                <a:ea typeface="Microsoft YaHei" panose="020B0503020204020204" pitchFamily="34" charset="-122"/>
              </a:defRPr>
            </a:lvl3pPr>
            <a:lvl4pPr marL="1371600" indent="0">
              <a:buNone/>
              <a:defRPr sz="1200" baseline="0">
                <a:solidFill>
                  <a:schemeClr val="bg1"/>
                </a:solidFill>
                <a:latin typeface="Calibri" panose="020F0502020204030204" pitchFamily="34" charset="0"/>
                <a:ea typeface="Microsoft YaHei" panose="020B0503020204020204" pitchFamily="34" charset="-122"/>
              </a:defRPr>
            </a:lvl4pPr>
            <a:lvl5pPr marL="1828800" indent="0">
              <a:buNone/>
              <a:defRPr sz="1200" baseline="0">
                <a:solidFill>
                  <a:schemeClr val="bg1"/>
                </a:solidFill>
                <a:latin typeface="Calibri" panose="020F0502020204030204" pitchFamily="34" charset="0"/>
                <a:ea typeface="Microsoft YaHei" panose="020B0503020204020204" pitchFamily="34" charset="-122"/>
              </a:defRPr>
            </a:lvl5pPr>
          </a:lstStyle>
          <a:p>
            <a:pPr lvl="0"/>
            <a:r>
              <a:rPr lang="zh-TW" altLang="en-US" dirty="0"/>
              <a:t>引述資料來源 西元日期</a:t>
            </a:r>
          </a:p>
        </p:txBody>
      </p:sp>
      <p:sp>
        <p:nvSpPr>
          <p:cNvPr id="1" name="Watermark Text"/>
          <p:cNvSpPr>
            <a:spLocks noGrp="1"/>
          </p:cNvSpPr>
          <p:nvPr/>
        </p:nvSpPr>
        <p:spPr>
          <a:xfrm>
            <a:off x="1741715" y="6553200"/>
            <a:ext cx="9144000" cy="304800"/>
          </a:xfrm>
          <a:ln>
            <a:noFill/>
          </a:ln>
        </p:spPr>
        <p:txBody>
          <a:bodyPr/>
          <a:lstStyle/>
          <a:p>
            <a:pPr algn="r"/>
            <a:r>
              <a:rPr sz="1000" b="1">
                <a:solidFill>
                  <a:srgbClr val="bbbbbb"/>
                </a:solidFill>
                <a:latin typeface="Microsoft JhengHei"/>
                <a:ea typeface="微軟正黑體"/>
              </a:rPr>
              <a:t>財團法人車輛研究測試中心 hkuanyu@artc.org.tw 於 26/06/22 16:45 下載</a:t>
            </a:r>
          </a:p>
        </p:txBody>
      </p:sp>
    </p:spTree>
    <p:extLst>
      <p:ext uri="{BB962C8B-B14F-4D97-AF65-F5344CB8AC3E}">
        <p14:creationId xmlns:p14="http://schemas.microsoft.com/office/powerpoint/2010/main" val="218013792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9.xml><?xml version="1.0" encoding="utf-8"?>
<p:sldLayout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reserve="1" userDrawn="1">
  <p:cSld name="結尾">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文字版面配置區 25">
            <a:extLst>
              <a:ext uri="{FF2B5EF4-FFF2-40B4-BE49-F238E27FC236}">
                <a16:creationId xmlns:a16="http://schemas.microsoft.com/office/drawing/2014/main" id="{3B2A1FBB-3298-E1DB-D69E-5969A8A2E11D}"/>
              </a:ext>
            </a:extLst>
          </p:cNvPr>
          <p:cNvSpPr>
            <a:spLocks noGrp="1"/>
          </p:cNvSpPr>
          <p:nvPr>
            <p:ph type="body" sz="quarter" idx="16" hasCustomPrompt="1"/>
          </p:nvPr>
        </p:nvSpPr>
        <p:spPr>
          <a:xfrm>
            <a:off x="8251825" y="5219128"/>
            <a:ext cx="3592513" cy="369332"/>
          </a:xfrm>
          <a:prstGeom prst="rect">
            <a:avLst/>
          </a:prstGeom>
        </p:spPr>
        <p:txBody>
          <a:bodyPr anchor="ctr"/>
          <a:lstStyle>
            <a:lvl1pPr marL="0" indent="0" algn="r">
              <a:buNone/>
              <a:defRPr sz="2000" b="1" i="0" spc="0" baseline="0">
                <a:solidFill>
                  <a:srgbClr val="F7A800"/>
                </a:solidFill>
                <a:latin typeface="+mn-lt"/>
                <a:ea typeface="微軟正黑體" panose="020B0604030504040204" pitchFamily="34" charset="-120"/>
              </a:defRPr>
            </a:lvl1pPr>
            <a:lvl2pPr algn="r">
              <a:defRPr sz="2000"/>
            </a:lvl2pPr>
            <a:lvl3pPr algn="r">
              <a:defRPr sz="2000"/>
            </a:lvl3pPr>
            <a:lvl4pPr algn="r">
              <a:defRPr sz="2000"/>
            </a:lvl4pPr>
            <a:lvl5pPr algn="r">
              <a:defRPr sz="2000"/>
            </a:lvl5pPr>
          </a:lstStyle>
          <a:p>
            <a:pPr lvl="0"/>
            <a:r>
              <a:rPr kumimoji="1" lang="zh-TW" altLang="en-US" dirty="0"/>
              <a:t>中文姓名 英文姓名</a:t>
            </a:r>
          </a:p>
        </p:txBody>
      </p:sp>
      <p:sp>
        <p:nvSpPr>
          <p:cNvPr id="6" name="文字版面配置區 25">
            <a:extLst>
              <a:ext uri="{FF2B5EF4-FFF2-40B4-BE49-F238E27FC236}">
                <a16:creationId xmlns:a16="http://schemas.microsoft.com/office/drawing/2014/main" id="{541EA9FE-26F2-C521-03C5-8A8264C2AD56}"/>
              </a:ext>
            </a:extLst>
          </p:cNvPr>
          <p:cNvSpPr>
            <a:spLocks noGrp="1"/>
          </p:cNvSpPr>
          <p:nvPr>
            <p:ph type="body" sz="quarter" idx="17" hasCustomPrompt="1"/>
          </p:nvPr>
        </p:nvSpPr>
        <p:spPr>
          <a:xfrm>
            <a:off x="8251197" y="5603020"/>
            <a:ext cx="3592513" cy="369332"/>
          </a:xfrm>
          <a:prstGeom prst="rect">
            <a:avLst/>
          </a:prstGeom>
        </p:spPr>
        <p:txBody>
          <a:bodyPr anchor="ctr"/>
          <a:lstStyle>
            <a:lvl1pPr marL="0" indent="0" algn="r">
              <a:buNone/>
              <a:defRPr sz="1800" b="0" i="0" spc="0" baseline="0">
                <a:solidFill>
                  <a:srgbClr val="1A1A1A"/>
                </a:solidFill>
                <a:latin typeface="+mn-lt"/>
                <a:ea typeface="微軟正黑體" panose="020B0604030504040204" pitchFamily="34" charset="-120"/>
              </a:defRPr>
            </a:lvl1pPr>
            <a:lvl2pPr algn="r">
              <a:defRPr sz="2000"/>
            </a:lvl2pPr>
            <a:lvl3pPr algn="r">
              <a:defRPr sz="2000"/>
            </a:lvl3pPr>
            <a:lvl4pPr algn="r">
              <a:defRPr sz="2000"/>
            </a:lvl4pPr>
            <a:lvl5pPr algn="r">
              <a:defRPr sz="2000"/>
            </a:lvl5pPr>
          </a:lstStyle>
          <a:p>
            <a:pPr lvl="0"/>
            <a:r>
              <a:rPr kumimoji="1" lang="zh-TW" altLang="en-US" dirty="0"/>
              <a:t>部門 </a:t>
            </a:r>
            <a:r>
              <a:rPr kumimoji="1" lang="en-US" altLang="zh-TW" dirty="0"/>
              <a:t>/ </a:t>
            </a:r>
            <a:r>
              <a:rPr kumimoji="1" lang="zh-TW" altLang="en-US" dirty="0"/>
              <a:t>職稱</a:t>
            </a:r>
          </a:p>
        </p:txBody>
      </p:sp>
      <p:sp>
        <p:nvSpPr>
          <p:cNvPr id="7" name="文字版面配置區 25">
            <a:extLst>
              <a:ext uri="{FF2B5EF4-FFF2-40B4-BE49-F238E27FC236}">
                <a16:creationId xmlns:a16="http://schemas.microsoft.com/office/drawing/2014/main" id="{CB89B3A9-F114-52E9-5EBA-F4B80CD0E655}"/>
              </a:ext>
            </a:extLst>
          </p:cNvPr>
          <p:cNvSpPr>
            <a:spLocks noGrp="1"/>
          </p:cNvSpPr>
          <p:nvPr>
            <p:ph type="body" sz="quarter" idx="18" hasCustomPrompt="1"/>
          </p:nvPr>
        </p:nvSpPr>
        <p:spPr>
          <a:xfrm>
            <a:off x="8251197" y="5996424"/>
            <a:ext cx="3592513" cy="369332"/>
          </a:xfrm>
          <a:prstGeom prst="rect">
            <a:avLst/>
          </a:prstGeom>
        </p:spPr>
        <p:txBody>
          <a:bodyPr anchor="ctr"/>
          <a:lstStyle>
            <a:lvl1pPr marL="0" indent="0" algn="r">
              <a:buNone/>
              <a:defRPr sz="1800" b="0" i="0" spc="0" baseline="0">
                <a:solidFill>
                  <a:srgbClr val="1A1A1A"/>
                </a:solidFill>
                <a:latin typeface="+mn-lt"/>
                <a:ea typeface="微軟正黑體" panose="020B0604030504040204" pitchFamily="34" charset="-120"/>
              </a:defRPr>
            </a:lvl1pPr>
            <a:lvl2pPr algn="r">
              <a:defRPr sz="2000"/>
            </a:lvl2pPr>
            <a:lvl3pPr algn="r">
              <a:defRPr sz="2000"/>
            </a:lvl3pPr>
            <a:lvl4pPr algn="r">
              <a:defRPr sz="2000"/>
            </a:lvl4pPr>
            <a:lvl5pPr algn="r">
              <a:defRPr sz="2000"/>
            </a:lvl5pPr>
          </a:lstStyle>
          <a:p>
            <a:pPr lvl="0"/>
            <a:r>
              <a:rPr kumimoji="1" lang="zh-TW" altLang="en-US" dirty="0"/>
              <a:t>西元年月日 提案日</a:t>
            </a:r>
          </a:p>
        </p:txBody>
      </p:sp>
      <p:sp>
        <p:nvSpPr>
          <p:cNvPr id="10" name="文字方塊 9"/>
          <p:cNvSpPr txBox="1"/>
          <p:nvPr userDrawn="1"/>
        </p:nvSpPr>
        <p:spPr>
          <a:xfrm>
            <a:off x="3052688" y="2433712"/>
            <a:ext cx="6077305" cy="1446550"/>
          </a:xfrm>
          <a:prstGeom prst="rect">
            <a:avLst/>
          </a:prstGeom>
          <a:noFill/>
        </p:spPr>
        <p:txBody>
          <a:bodyPr wrap="none" rtlCol="0">
            <a:spAutoFit/>
          </a:bodyPr>
          <a:lstStyle/>
          <a:p>
            <a:r>
              <a:rPr lang="en-US" altLang="zh-TW" sz="8800" b="1" dirty="0">
                <a:solidFill>
                  <a:srgbClr val="262626"/>
                </a:solidFill>
                <a:latin typeface="Bahnschrift" panose="020B0502040204020203" pitchFamily="34" charset="0"/>
              </a:rPr>
              <a:t>THANK</a:t>
            </a:r>
            <a:r>
              <a:rPr lang="zh-TW" altLang="en-US" sz="8800" b="1" dirty="0">
                <a:solidFill>
                  <a:srgbClr val="262626"/>
                </a:solidFill>
                <a:latin typeface="Bahnschrift" panose="020B0502040204020203" pitchFamily="34" charset="0"/>
              </a:rPr>
              <a:t> </a:t>
            </a:r>
            <a:r>
              <a:rPr lang="en-US" altLang="zh-TW" sz="8800" b="1" dirty="0">
                <a:solidFill>
                  <a:srgbClr val="262626"/>
                </a:solidFill>
                <a:latin typeface="Bahnschrift" panose="020B0502040204020203" pitchFamily="34" charset="0"/>
              </a:rPr>
              <a:t>YOU</a:t>
            </a:r>
            <a:endParaRPr lang="zh-TW" altLang="en-US" sz="8800" b="1" dirty="0">
              <a:solidFill>
                <a:srgbClr val="262626"/>
              </a:solidFill>
              <a:latin typeface="Bahnschrift" panose="020B0502040204020203" pitchFamily="34" charset="0"/>
            </a:endParaRPr>
          </a:p>
        </p:txBody>
      </p:sp>
      <p:sp>
        <p:nvSpPr>
          <p:cNvPr id="1" name="Watermark Text"/>
          <p:cNvSpPr>
            <a:spLocks noGrp="1"/>
          </p:cNvSpPr>
          <p:nvPr/>
        </p:nvSpPr>
        <p:spPr>
          <a:xfrm>
            <a:off x="1741715" y="6553200"/>
            <a:ext cx="9144000" cy="304800"/>
          </a:xfrm>
          <a:ln>
            <a:noFill/>
          </a:ln>
        </p:spPr>
        <p:txBody>
          <a:bodyPr/>
          <a:lstStyle/>
          <a:p>
            <a:pPr algn="r"/>
            <a:r>
              <a:rPr sz="1000" b="1">
                <a:solidFill>
                  <a:srgbClr val="bbbbbb"/>
                </a:solidFill>
                <a:latin typeface="Microsoft JhengHei"/>
                <a:ea typeface="微軟正黑體"/>
              </a:rPr>
              <a:t>財團法人車輛研究測試中心 hkuanyu@artc.org.tw 於 26/06/22 16:45 下載</a:t>
            </a:r>
          </a:p>
        </p:txBody>
      </p:sp>
    </p:spTree>
    <p:extLst>
      <p:ext uri="{BB962C8B-B14F-4D97-AF65-F5344CB8AC3E}">
        <p14:creationId xmlns:p14="http://schemas.microsoft.com/office/powerpoint/2010/main" val="429326554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0DF14F79-CECA-F67B-B82D-0EBED711EAA0}"/>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xmlns="" id="{51BA1C41-B2E2-0418-E4C3-55F1049FD0D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xmlns="" id="{12F185F5-6E93-8ED3-197B-A436B677A75B}"/>
              </a:ext>
            </a:extLst>
          </p:cNvPr>
          <p:cNvSpPr>
            <a:spLocks noGrp="1"/>
          </p:cNvSpPr>
          <p:nvPr>
            <p:ph type="dt" sz="half" idx="10"/>
          </p:nvPr>
        </p:nvSpPr>
        <p:spPr/>
        <p:txBody>
          <a:bodyPr/>
          <a:lstStyle/>
          <a:p>
            <a:fld id="{FFD2C999-5BBC-4282-A465-D39A4A7EC90C}" type="datetimeFigureOut">
              <a:rPr lang="zh-TW" altLang="en-US" smtClean="0">
                <a:solidFill>
                  <a:prstClr val="black">
                    <a:tint val="82000"/>
                  </a:prstClr>
                </a:solidFill>
              </a:rPr>
              <a:pPr/>
              <a:t>2026/6/3</a:t>
            </a:fld>
            <a:endParaRPr lang="zh-TW" altLang="en-US">
              <a:solidFill>
                <a:prstClr val="black">
                  <a:tint val="82000"/>
                </a:prstClr>
              </a:solidFill>
            </a:endParaRPr>
          </a:p>
        </p:txBody>
      </p:sp>
      <p:sp>
        <p:nvSpPr>
          <p:cNvPr id="5" name="頁尾版面配置區 4">
            <a:extLst>
              <a:ext uri="{FF2B5EF4-FFF2-40B4-BE49-F238E27FC236}">
                <a16:creationId xmlns:a16="http://schemas.microsoft.com/office/drawing/2014/main" xmlns="" id="{0801A850-D26D-EE58-0C11-8FC4612D5354}"/>
              </a:ext>
            </a:extLst>
          </p:cNvPr>
          <p:cNvSpPr>
            <a:spLocks noGrp="1"/>
          </p:cNvSpPr>
          <p:nvPr>
            <p:ph type="ftr" sz="quarter" idx="11"/>
          </p:nvPr>
        </p:nvSpPr>
        <p:spPr/>
        <p:txBody>
          <a:bodyPr/>
          <a:lstStyle/>
          <a:p>
            <a:endParaRPr lang="zh-TW" altLang="en-US">
              <a:solidFill>
                <a:prstClr val="black">
                  <a:tint val="82000"/>
                </a:prstClr>
              </a:solidFill>
            </a:endParaRPr>
          </a:p>
        </p:txBody>
      </p:sp>
      <p:sp>
        <p:nvSpPr>
          <p:cNvPr id="6" name="投影片編號版面配置區 5">
            <a:extLst>
              <a:ext uri="{FF2B5EF4-FFF2-40B4-BE49-F238E27FC236}">
                <a16:creationId xmlns:a16="http://schemas.microsoft.com/office/drawing/2014/main" xmlns="" id="{C87B6F93-77BC-BFC5-84E7-4C4C8ADF5F3D}"/>
              </a:ext>
            </a:extLst>
          </p:cNvPr>
          <p:cNvSpPr>
            <a:spLocks noGrp="1"/>
          </p:cNvSpPr>
          <p:nvPr>
            <p:ph type="sldNum" sz="quarter" idx="12"/>
          </p:nvPr>
        </p:nvSpPr>
        <p:spPr/>
        <p:txBody>
          <a:bodyPr/>
          <a:lstStyle/>
          <a:p>
            <a:fld id="{5D98404C-84F4-4F16-BF36-37BCEEA3F04A}" type="slidenum">
              <a:rPr lang="zh-TW" altLang="en-US" smtClean="0">
                <a:solidFill>
                  <a:prstClr val="black">
                    <a:tint val="82000"/>
                  </a:prstClr>
                </a:solidFill>
              </a:rPr>
              <a:pPr/>
              <a:t>‹#›</a:t>
            </a:fld>
            <a:endParaRPr lang="zh-TW" altLang="en-US">
              <a:solidFill>
                <a:prstClr val="black">
                  <a:tint val="82000"/>
                </a:prstClr>
              </a:solidFill>
            </a:endParaRPr>
          </a:p>
        </p:txBody>
      </p:sp>
    </p:spTree>
    <p:extLst>
      <p:ext uri="{BB962C8B-B14F-4D97-AF65-F5344CB8AC3E}">
        <p14:creationId xmlns:p14="http://schemas.microsoft.com/office/powerpoint/2010/main" val="235811022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DAEF0F29-F3C1-8002-4E71-EE05D93188D6}"/>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xmlns="" id="{094CF81E-94CD-649C-26F5-F1693FF822EB}"/>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D5002379-0FE6-E956-584B-F10CF610FC76}"/>
              </a:ext>
            </a:extLst>
          </p:cNvPr>
          <p:cNvSpPr>
            <a:spLocks noGrp="1"/>
          </p:cNvSpPr>
          <p:nvPr>
            <p:ph type="dt" sz="half" idx="10"/>
          </p:nvPr>
        </p:nvSpPr>
        <p:spPr/>
        <p:txBody>
          <a:bodyPr/>
          <a:lstStyle/>
          <a:p>
            <a:fld id="{FFD2C999-5BBC-4282-A465-D39A4A7EC90C}" type="datetimeFigureOut">
              <a:rPr lang="zh-TW" altLang="en-US" smtClean="0">
                <a:solidFill>
                  <a:prstClr val="black">
                    <a:tint val="82000"/>
                  </a:prstClr>
                </a:solidFill>
              </a:rPr>
              <a:pPr/>
              <a:t>2026/6/3</a:t>
            </a:fld>
            <a:endParaRPr lang="zh-TW" altLang="en-US">
              <a:solidFill>
                <a:prstClr val="black">
                  <a:tint val="82000"/>
                </a:prstClr>
              </a:solidFill>
            </a:endParaRPr>
          </a:p>
        </p:txBody>
      </p:sp>
      <p:sp>
        <p:nvSpPr>
          <p:cNvPr id="5" name="頁尾版面配置區 4">
            <a:extLst>
              <a:ext uri="{FF2B5EF4-FFF2-40B4-BE49-F238E27FC236}">
                <a16:creationId xmlns:a16="http://schemas.microsoft.com/office/drawing/2014/main" xmlns="" id="{44B1D98A-2F2C-307A-A7B3-2A67C42B0978}"/>
              </a:ext>
            </a:extLst>
          </p:cNvPr>
          <p:cNvSpPr>
            <a:spLocks noGrp="1"/>
          </p:cNvSpPr>
          <p:nvPr>
            <p:ph type="ftr" sz="quarter" idx="11"/>
          </p:nvPr>
        </p:nvSpPr>
        <p:spPr/>
        <p:txBody>
          <a:bodyPr/>
          <a:lstStyle/>
          <a:p>
            <a:endParaRPr lang="zh-TW" altLang="en-US">
              <a:solidFill>
                <a:prstClr val="black">
                  <a:tint val="82000"/>
                </a:prstClr>
              </a:solidFill>
            </a:endParaRPr>
          </a:p>
        </p:txBody>
      </p:sp>
      <p:sp>
        <p:nvSpPr>
          <p:cNvPr id="6" name="投影片編號版面配置區 5">
            <a:extLst>
              <a:ext uri="{FF2B5EF4-FFF2-40B4-BE49-F238E27FC236}">
                <a16:creationId xmlns:a16="http://schemas.microsoft.com/office/drawing/2014/main" xmlns="" id="{C173B6DF-0E04-7B61-7CD0-C7FE4D8D32AA}"/>
              </a:ext>
            </a:extLst>
          </p:cNvPr>
          <p:cNvSpPr>
            <a:spLocks noGrp="1"/>
          </p:cNvSpPr>
          <p:nvPr>
            <p:ph type="sldNum" sz="quarter" idx="12"/>
          </p:nvPr>
        </p:nvSpPr>
        <p:spPr/>
        <p:txBody>
          <a:bodyPr/>
          <a:lstStyle/>
          <a:p>
            <a:fld id="{5D98404C-84F4-4F16-BF36-37BCEEA3F04A}" type="slidenum">
              <a:rPr lang="zh-TW" altLang="en-US" smtClean="0">
                <a:solidFill>
                  <a:prstClr val="black">
                    <a:tint val="82000"/>
                  </a:prstClr>
                </a:solidFill>
              </a:rPr>
              <a:pPr/>
              <a:t>‹#›</a:t>
            </a:fld>
            <a:endParaRPr lang="zh-TW" altLang="en-US">
              <a:solidFill>
                <a:prstClr val="black">
                  <a:tint val="82000"/>
                </a:prstClr>
              </a:solidFill>
            </a:endParaRPr>
          </a:p>
        </p:txBody>
      </p:sp>
    </p:spTree>
    <p:extLst>
      <p:ext uri="{BB962C8B-B14F-4D97-AF65-F5344CB8AC3E}">
        <p14:creationId xmlns:p14="http://schemas.microsoft.com/office/powerpoint/2010/main" val="40725099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4DC0920B-D627-FDD0-E2F4-F06B090EC4B6}"/>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xmlns="" id="{50F5B50B-531E-6175-914E-543EF3AB4E4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xmlns="" id="{DF4F928C-E356-9893-9B2E-66343CDF08EA}"/>
              </a:ext>
            </a:extLst>
          </p:cNvPr>
          <p:cNvSpPr>
            <a:spLocks noGrp="1"/>
          </p:cNvSpPr>
          <p:nvPr>
            <p:ph type="dt" sz="half" idx="10"/>
          </p:nvPr>
        </p:nvSpPr>
        <p:spPr/>
        <p:txBody>
          <a:bodyPr/>
          <a:lstStyle/>
          <a:p>
            <a:fld id="{FFD2C999-5BBC-4282-A465-D39A4A7EC90C}" type="datetimeFigureOut">
              <a:rPr lang="zh-TW" altLang="en-US" smtClean="0">
                <a:solidFill>
                  <a:prstClr val="black">
                    <a:tint val="82000"/>
                  </a:prstClr>
                </a:solidFill>
              </a:rPr>
              <a:pPr/>
              <a:t>2026/6/3</a:t>
            </a:fld>
            <a:endParaRPr lang="zh-TW" altLang="en-US">
              <a:solidFill>
                <a:prstClr val="black">
                  <a:tint val="82000"/>
                </a:prstClr>
              </a:solidFill>
            </a:endParaRPr>
          </a:p>
        </p:txBody>
      </p:sp>
      <p:sp>
        <p:nvSpPr>
          <p:cNvPr id="5" name="頁尾版面配置區 4">
            <a:extLst>
              <a:ext uri="{FF2B5EF4-FFF2-40B4-BE49-F238E27FC236}">
                <a16:creationId xmlns:a16="http://schemas.microsoft.com/office/drawing/2014/main" xmlns="" id="{693EFA03-B87F-1394-1547-45D993093662}"/>
              </a:ext>
            </a:extLst>
          </p:cNvPr>
          <p:cNvSpPr>
            <a:spLocks noGrp="1"/>
          </p:cNvSpPr>
          <p:nvPr>
            <p:ph type="ftr" sz="quarter" idx="11"/>
          </p:nvPr>
        </p:nvSpPr>
        <p:spPr/>
        <p:txBody>
          <a:bodyPr/>
          <a:lstStyle/>
          <a:p>
            <a:endParaRPr lang="zh-TW" altLang="en-US">
              <a:solidFill>
                <a:prstClr val="black">
                  <a:tint val="82000"/>
                </a:prstClr>
              </a:solidFill>
            </a:endParaRPr>
          </a:p>
        </p:txBody>
      </p:sp>
      <p:sp>
        <p:nvSpPr>
          <p:cNvPr id="6" name="投影片編號版面配置區 5">
            <a:extLst>
              <a:ext uri="{FF2B5EF4-FFF2-40B4-BE49-F238E27FC236}">
                <a16:creationId xmlns:a16="http://schemas.microsoft.com/office/drawing/2014/main" xmlns="" id="{5103464E-2095-D414-8984-CF32CC79F2D8}"/>
              </a:ext>
            </a:extLst>
          </p:cNvPr>
          <p:cNvSpPr>
            <a:spLocks noGrp="1"/>
          </p:cNvSpPr>
          <p:nvPr>
            <p:ph type="sldNum" sz="quarter" idx="12"/>
          </p:nvPr>
        </p:nvSpPr>
        <p:spPr/>
        <p:txBody>
          <a:bodyPr/>
          <a:lstStyle/>
          <a:p>
            <a:fld id="{5D98404C-84F4-4F16-BF36-37BCEEA3F04A}" type="slidenum">
              <a:rPr lang="zh-TW" altLang="en-US" smtClean="0">
                <a:solidFill>
                  <a:prstClr val="black">
                    <a:tint val="82000"/>
                  </a:prstClr>
                </a:solidFill>
              </a:rPr>
              <a:pPr/>
              <a:t>‹#›</a:t>
            </a:fld>
            <a:endParaRPr lang="zh-TW" altLang="en-US">
              <a:solidFill>
                <a:prstClr val="black">
                  <a:tint val="82000"/>
                </a:prstClr>
              </a:solidFill>
            </a:endParaRPr>
          </a:p>
        </p:txBody>
      </p:sp>
    </p:spTree>
    <p:extLst>
      <p:ext uri="{BB962C8B-B14F-4D97-AF65-F5344CB8AC3E}">
        <p14:creationId xmlns:p14="http://schemas.microsoft.com/office/powerpoint/2010/main" val="190451921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D751DC6-F292-780E-9360-CB25E343ACDB}"/>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xmlns="" id="{A6D1FF89-6C6A-3A33-1E4E-D6B1F8E92472}"/>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xmlns="" id="{034D882F-9E06-CD3D-7DF4-EE181F5B4704}"/>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xmlns="" id="{665530D8-DE7D-4DFB-6565-E3E7BC4BF460}"/>
              </a:ext>
            </a:extLst>
          </p:cNvPr>
          <p:cNvSpPr>
            <a:spLocks noGrp="1"/>
          </p:cNvSpPr>
          <p:nvPr>
            <p:ph type="dt" sz="half" idx="10"/>
          </p:nvPr>
        </p:nvSpPr>
        <p:spPr/>
        <p:txBody>
          <a:bodyPr/>
          <a:lstStyle/>
          <a:p>
            <a:fld id="{FFD2C999-5BBC-4282-A465-D39A4A7EC90C}" type="datetimeFigureOut">
              <a:rPr lang="zh-TW" altLang="en-US" smtClean="0">
                <a:solidFill>
                  <a:prstClr val="black">
                    <a:tint val="82000"/>
                  </a:prstClr>
                </a:solidFill>
              </a:rPr>
              <a:pPr/>
              <a:t>2026/6/3</a:t>
            </a:fld>
            <a:endParaRPr lang="zh-TW" altLang="en-US">
              <a:solidFill>
                <a:prstClr val="black">
                  <a:tint val="82000"/>
                </a:prstClr>
              </a:solidFill>
            </a:endParaRPr>
          </a:p>
        </p:txBody>
      </p:sp>
      <p:sp>
        <p:nvSpPr>
          <p:cNvPr id="6" name="頁尾版面配置區 5">
            <a:extLst>
              <a:ext uri="{FF2B5EF4-FFF2-40B4-BE49-F238E27FC236}">
                <a16:creationId xmlns:a16="http://schemas.microsoft.com/office/drawing/2014/main" xmlns="" id="{5B2487CE-2D3C-D8BE-F804-66CA3CB18C16}"/>
              </a:ext>
            </a:extLst>
          </p:cNvPr>
          <p:cNvSpPr>
            <a:spLocks noGrp="1"/>
          </p:cNvSpPr>
          <p:nvPr>
            <p:ph type="ftr" sz="quarter" idx="11"/>
          </p:nvPr>
        </p:nvSpPr>
        <p:spPr/>
        <p:txBody>
          <a:bodyPr/>
          <a:lstStyle/>
          <a:p>
            <a:endParaRPr lang="zh-TW" altLang="en-US">
              <a:solidFill>
                <a:prstClr val="black">
                  <a:tint val="82000"/>
                </a:prstClr>
              </a:solidFill>
            </a:endParaRPr>
          </a:p>
        </p:txBody>
      </p:sp>
      <p:sp>
        <p:nvSpPr>
          <p:cNvPr id="7" name="投影片編號版面配置區 6">
            <a:extLst>
              <a:ext uri="{FF2B5EF4-FFF2-40B4-BE49-F238E27FC236}">
                <a16:creationId xmlns:a16="http://schemas.microsoft.com/office/drawing/2014/main" xmlns="" id="{825E9BA7-EB76-5EEF-3D41-A3663C816836}"/>
              </a:ext>
            </a:extLst>
          </p:cNvPr>
          <p:cNvSpPr>
            <a:spLocks noGrp="1"/>
          </p:cNvSpPr>
          <p:nvPr>
            <p:ph type="sldNum" sz="quarter" idx="12"/>
          </p:nvPr>
        </p:nvSpPr>
        <p:spPr/>
        <p:txBody>
          <a:bodyPr/>
          <a:lstStyle/>
          <a:p>
            <a:fld id="{5D98404C-84F4-4F16-BF36-37BCEEA3F04A}" type="slidenum">
              <a:rPr lang="zh-TW" altLang="en-US" smtClean="0">
                <a:solidFill>
                  <a:prstClr val="black">
                    <a:tint val="82000"/>
                  </a:prstClr>
                </a:solidFill>
              </a:rPr>
              <a:pPr/>
              <a:t>‹#›</a:t>
            </a:fld>
            <a:endParaRPr lang="zh-TW" altLang="en-US">
              <a:solidFill>
                <a:prstClr val="black">
                  <a:tint val="82000"/>
                </a:prstClr>
              </a:solidFill>
            </a:endParaRPr>
          </a:p>
        </p:txBody>
      </p:sp>
    </p:spTree>
    <p:extLst>
      <p:ext uri="{BB962C8B-B14F-4D97-AF65-F5344CB8AC3E}">
        <p14:creationId xmlns:p14="http://schemas.microsoft.com/office/powerpoint/2010/main" val="386259390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166D8E4A-2D35-0DBE-9045-A58C993C02B0}"/>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xmlns="" id="{DE60FE5A-850F-1803-1A9E-C17C3EE4BB5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xmlns="" id="{FA7F5F00-7E85-56B9-4DB8-C42A335B3232}"/>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xmlns="" id="{AC7F4292-AAD1-DCBC-3453-E49179540D6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xmlns="" id="{46819588-62BB-DECA-7B69-16005440997B}"/>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xmlns="" id="{44C0ACB6-0B89-81BC-8E6E-DE04E7C5B797}"/>
              </a:ext>
            </a:extLst>
          </p:cNvPr>
          <p:cNvSpPr>
            <a:spLocks noGrp="1"/>
          </p:cNvSpPr>
          <p:nvPr>
            <p:ph type="dt" sz="half" idx="10"/>
          </p:nvPr>
        </p:nvSpPr>
        <p:spPr/>
        <p:txBody>
          <a:bodyPr/>
          <a:lstStyle/>
          <a:p>
            <a:fld id="{FFD2C999-5BBC-4282-A465-D39A4A7EC90C}" type="datetimeFigureOut">
              <a:rPr lang="zh-TW" altLang="en-US" smtClean="0">
                <a:solidFill>
                  <a:prstClr val="black">
                    <a:tint val="82000"/>
                  </a:prstClr>
                </a:solidFill>
              </a:rPr>
              <a:pPr/>
              <a:t>2026/6/3</a:t>
            </a:fld>
            <a:endParaRPr lang="zh-TW" altLang="en-US">
              <a:solidFill>
                <a:prstClr val="black">
                  <a:tint val="82000"/>
                </a:prstClr>
              </a:solidFill>
            </a:endParaRPr>
          </a:p>
        </p:txBody>
      </p:sp>
      <p:sp>
        <p:nvSpPr>
          <p:cNvPr id="8" name="頁尾版面配置區 7">
            <a:extLst>
              <a:ext uri="{FF2B5EF4-FFF2-40B4-BE49-F238E27FC236}">
                <a16:creationId xmlns:a16="http://schemas.microsoft.com/office/drawing/2014/main" xmlns="" id="{3707362E-FFD5-E691-6BDB-AAD211453A22}"/>
              </a:ext>
            </a:extLst>
          </p:cNvPr>
          <p:cNvSpPr>
            <a:spLocks noGrp="1"/>
          </p:cNvSpPr>
          <p:nvPr>
            <p:ph type="ftr" sz="quarter" idx="11"/>
          </p:nvPr>
        </p:nvSpPr>
        <p:spPr/>
        <p:txBody>
          <a:bodyPr/>
          <a:lstStyle/>
          <a:p>
            <a:endParaRPr lang="zh-TW" altLang="en-US">
              <a:solidFill>
                <a:prstClr val="black">
                  <a:tint val="82000"/>
                </a:prstClr>
              </a:solidFill>
            </a:endParaRPr>
          </a:p>
        </p:txBody>
      </p:sp>
      <p:sp>
        <p:nvSpPr>
          <p:cNvPr id="9" name="投影片編號版面配置區 8">
            <a:extLst>
              <a:ext uri="{FF2B5EF4-FFF2-40B4-BE49-F238E27FC236}">
                <a16:creationId xmlns:a16="http://schemas.microsoft.com/office/drawing/2014/main" xmlns="" id="{4B441412-8D07-1F14-B6CB-DD3B87082843}"/>
              </a:ext>
            </a:extLst>
          </p:cNvPr>
          <p:cNvSpPr>
            <a:spLocks noGrp="1"/>
          </p:cNvSpPr>
          <p:nvPr>
            <p:ph type="sldNum" sz="quarter" idx="12"/>
          </p:nvPr>
        </p:nvSpPr>
        <p:spPr/>
        <p:txBody>
          <a:bodyPr/>
          <a:lstStyle/>
          <a:p>
            <a:fld id="{5D98404C-84F4-4F16-BF36-37BCEEA3F04A}" type="slidenum">
              <a:rPr lang="zh-TW" altLang="en-US" smtClean="0">
                <a:solidFill>
                  <a:prstClr val="black">
                    <a:tint val="82000"/>
                  </a:prstClr>
                </a:solidFill>
              </a:rPr>
              <a:pPr/>
              <a:t>‹#›</a:t>
            </a:fld>
            <a:endParaRPr lang="zh-TW" altLang="en-US">
              <a:solidFill>
                <a:prstClr val="black">
                  <a:tint val="82000"/>
                </a:prstClr>
              </a:solidFill>
            </a:endParaRPr>
          </a:p>
        </p:txBody>
      </p:sp>
    </p:spTree>
    <p:extLst>
      <p:ext uri="{BB962C8B-B14F-4D97-AF65-F5344CB8AC3E}">
        <p14:creationId xmlns:p14="http://schemas.microsoft.com/office/powerpoint/2010/main" val="169847756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89612213-5975-DDAE-9C69-702796AB7E57}"/>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xmlns="" id="{F5826B31-CEB0-F9E6-A697-B17199D0A1BF}"/>
              </a:ext>
            </a:extLst>
          </p:cNvPr>
          <p:cNvSpPr>
            <a:spLocks noGrp="1"/>
          </p:cNvSpPr>
          <p:nvPr>
            <p:ph type="dt" sz="half" idx="10"/>
          </p:nvPr>
        </p:nvSpPr>
        <p:spPr/>
        <p:txBody>
          <a:bodyPr/>
          <a:lstStyle/>
          <a:p>
            <a:fld id="{FFD2C999-5BBC-4282-A465-D39A4A7EC90C}" type="datetimeFigureOut">
              <a:rPr lang="zh-TW" altLang="en-US" smtClean="0">
                <a:solidFill>
                  <a:prstClr val="black">
                    <a:tint val="82000"/>
                  </a:prstClr>
                </a:solidFill>
              </a:rPr>
              <a:pPr/>
              <a:t>2026/6/3</a:t>
            </a:fld>
            <a:endParaRPr lang="zh-TW" altLang="en-US">
              <a:solidFill>
                <a:prstClr val="black">
                  <a:tint val="82000"/>
                </a:prstClr>
              </a:solidFill>
            </a:endParaRPr>
          </a:p>
        </p:txBody>
      </p:sp>
      <p:sp>
        <p:nvSpPr>
          <p:cNvPr id="4" name="頁尾版面配置區 3">
            <a:extLst>
              <a:ext uri="{FF2B5EF4-FFF2-40B4-BE49-F238E27FC236}">
                <a16:creationId xmlns:a16="http://schemas.microsoft.com/office/drawing/2014/main" xmlns="" id="{58C81238-DFC8-BCDC-EEF1-4A460D3AC208}"/>
              </a:ext>
            </a:extLst>
          </p:cNvPr>
          <p:cNvSpPr>
            <a:spLocks noGrp="1"/>
          </p:cNvSpPr>
          <p:nvPr>
            <p:ph type="ftr" sz="quarter" idx="11"/>
          </p:nvPr>
        </p:nvSpPr>
        <p:spPr/>
        <p:txBody>
          <a:bodyPr/>
          <a:lstStyle/>
          <a:p>
            <a:endParaRPr lang="zh-TW" altLang="en-US">
              <a:solidFill>
                <a:prstClr val="black">
                  <a:tint val="82000"/>
                </a:prstClr>
              </a:solidFill>
            </a:endParaRPr>
          </a:p>
        </p:txBody>
      </p:sp>
      <p:sp>
        <p:nvSpPr>
          <p:cNvPr id="5" name="投影片編號版面配置區 4">
            <a:extLst>
              <a:ext uri="{FF2B5EF4-FFF2-40B4-BE49-F238E27FC236}">
                <a16:creationId xmlns:a16="http://schemas.microsoft.com/office/drawing/2014/main" xmlns="" id="{BACF3AE6-1413-BEA3-B77A-E2E32BCAF467}"/>
              </a:ext>
            </a:extLst>
          </p:cNvPr>
          <p:cNvSpPr>
            <a:spLocks noGrp="1"/>
          </p:cNvSpPr>
          <p:nvPr>
            <p:ph type="sldNum" sz="quarter" idx="12"/>
          </p:nvPr>
        </p:nvSpPr>
        <p:spPr/>
        <p:txBody>
          <a:bodyPr/>
          <a:lstStyle/>
          <a:p>
            <a:fld id="{5D98404C-84F4-4F16-BF36-37BCEEA3F04A}" type="slidenum">
              <a:rPr lang="zh-TW" altLang="en-US" smtClean="0">
                <a:solidFill>
                  <a:prstClr val="black">
                    <a:tint val="82000"/>
                  </a:prstClr>
                </a:solidFill>
              </a:rPr>
              <a:pPr/>
              <a:t>‹#›</a:t>
            </a:fld>
            <a:endParaRPr lang="zh-TW" altLang="en-US">
              <a:solidFill>
                <a:prstClr val="black">
                  <a:tint val="82000"/>
                </a:prstClr>
              </a:solidFill>
            </a:endParaRPr>
          </a:p>
        </p:txBody>
      </p:sp>
    </p:spTree>
    <p:extLst>
      <p:ext uri="{BB962C8B-B14F-4D97-AF65-F5344CB8AC3E}">
        <p14:creationId xmlns:p14="http://schemas.microsoft.com/office/powerpoint/2010/main" val="72866562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xmlns="" id="{76CE37A9-A823-8D10-F643-03EC13A596AA}"/>
              </a:ext>
            </a:extLst>
          </p:cNvPr>
          <p:cNvSpPr>
            <a:spLocks noGrp="1"/>
          </p:cNvSpPr>
          <p:nvPr>
            <p:ph type="dt" sz="half" idx="10"/>
          </p:nvPr>
        </p:nvSpPr>
        <p:spPr/>
        <p:txBody>
          <a:bodyPr/>
          <a:lstStyle/>
          <a:p>
            <a:fld id="{FFD2C999-5BBC-4282-A465-D39A4A7EC90C}" type="datetimeFigureOut">
              <a:rPr lang="zh-TW" altLang="en-US" smtClean="0">
                <a:solidFill>
                  <a:prstClr val="black">
                    <a:tint val="82000"/>
                  </a:prstClr>
                </a:solidFill>
              </a:rPr>
              <a:pPr/>
              <a:t>2026/6/3</a:t>
            </a:fld>
            <a:endParaRPr lang="zh-TW" altLang="en-US">
              <a:solidFill>
                <a:prstClr val="black">
                  <a:tint val="82000"/>
                </a:prstClr>
              </a:solidFill>
            </a:endParaRPr>
          </a:p>
        </p:txBody>
      </p:sp>
      <p:sp>
        <p:nvSpPr>
          <p:cNvPr id="3" name="頁尾版面配置區 2">
            <a:extLst>
              <a:ext uri="{FF2B5EF4-FFF2-40B4-BE49-F238E27FC236}">
                <a16:creationId xmlns:a16="http://schemas.microsoft.com/office/drawing/2014/main" xmlns="" id="{3BA2F41B-810A-0EBC-2CFC-01E547725E44}"/>
              </a:ext>
            </a:extLst>
          </p:cNvPr>
          <p:cNvSpPr>
            <a:spLocks noGrp="1"/>
          </p:cNvSpPr>
          <p:nvPr>
            <p:ph type="ftr" sz="quarter" idx="11"/>
          </p:nvPr>
        </p:nvSpPr>
        <p:spPr/>
        <p:txBody>
          <a:bodyPr/>
          <a:lstStyle/>
          <a:p>
            <a:endParaRPr lang="zh-TW" altLang="en-US">
              <a:solidFill>
                <a:prstClr val="black">
                  <a:tint val="82000"/>
                </a:prstClr>
              </a:solidFill>
            </a:endParaRPr>
          </a:p>
        </p:txBody>
      </p:sp>
      <p:sp>
        <p:nvSpPr>
          <p:cNvPr id="4" name="投影片編號版面配置區 3">
            <a:extLst>
              <a:ext uri="{FF2B5EF4-FFF2-40B4-BE49-F238E27FC236}">
                <a16:creationId xmlns:a16="http://schemas.microsoft.com/office/drawing/2014/main" xmlns="" id="{C2690583-2F20-FB7F-0F1C-1712B592588D}"/>
              </a:ext>
            </a:extLst>
          </p:cNvPr>
          <p:cNvSpPr>
            <a:spLocks noGrp="1"/>
          </p:cNvSpPr>
          <p:nvPr>
            <p:ph type="sldNum" sz="quarter" idx="12"/>
          </p:nvPr>
        </p:nvSpPr>
        <p:spPr/>
        <p:txBody>
          <a:bodyPr/>
          <a:lstStyle/>
          <a:p>
            <a:fld id="{5D98404C-84F4-4F16-BF36-37BCEEA3F04A}" type="slidenum">
              <a:rPr lang="zh-TW" altLang="en-US" smtClean="0">
                <a:solidFill>
                  <a:prstClr val="black">
                    <a:tint val="82000"/>
                  </a:prstClr>
                </a:solidFill>
              </a:rPr>
              <a:pPr/>
              <a:t>‹#›</a:t>
            </a:fld>
            <a:endParaRPr lang="zh-TW" altLang="en-US">
              <a:solidFill>
                <a:prstClr val="black">
                  <a:tint val="82000"/>
                </a:prstClr>
              </a:solidFill>
            </a:endParaRPr>
          </a:p>
        </p:txBody>
      </p:sp>
    </p:spTree>
    <p:extLst>
      <p:ext uri="{BB962C8B-B14F-4D97-AF65-F5344CB8AC3E}">
        <p14:creationId xmlns:p14="http://schemas.microsoft.com/office/powerpoint/2010/main" val="377151573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69E418F1-7B2A-3C2C-FBCF-EE6E45516894}"/>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xmlns="" id="{40833C30-0EED-34E7-9383-89071198563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xmlns="" id="{BEE72AA6-611D-5048-30D9-73CFDCAFFA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xmlns="" id="{40F691D5-9F1C-3E14-13C1-97B0C27758CF}"/>
              </a:ext>
            </a:extLst>
          </p:cNvPr>
          <p:cNvSpPr>
            <a:spLocks noGrp="1"/>
          </p:cNvSpPr>
          <p:nvPr>
            <p:ph type="dt" sz="half" idx="10"/>
          </p:nvPr>
        </p:nvSpPr>
        <p:spPr/>
        <p:txBody>
          <a:bodyPr/>
          <a:lstStyle/>
          <a:p>
            <a:fld id="{FFD2C999-5BBC-4282-A465-D39A4A7EC90C}" type="datetimeFigureOut">
              <a:rPr lang="zh-TW" altLang="en-US" smtClean="0">
                <a:solidFill>
                  <a:prstClr val="black">
                    <a:tint val="82000"/>
                  </a:prstClr>
                </a:solidFill>
              </a:rPr>
              <a:pPr/>
              <a:t>2026/6/3</a:t>
            </a:fld>
            <a:endParaRPr lang="zh-TW" altLang="en-US">
              <a:solidFill>
                <a:prstClr val="black">
                  <a:tint val="82000"/>
                </a:prstClr>
              </a:solidFill>
            </a:endParaRPr>
          </a:p>
        </p:txBody>
      </p:sp>
      <p:sp>
        <p:nvSpPr>
          <p:cNvPr id="6" name="頁尾版面配置區 5">
            <a:extLst>
              <a:ext uri="{FF2B5EF4-FFF2-40B4-BE49-F238E27FC236}">
                <a16:creationId xmlns:a16="http://schemas.microsoft.com/office/drawing/2014/main" xmlns="" id="{795A162C-A40D-0235-DEBF-83E06BC7F0E3}"/>
              </a:ext>
            </a:extLst>
          </p:cNvPr>
          <p:cNvSpPr>
            <a:spLocks noGrp="1"/>
          </p:cNvSpPr>
          <p:nvPr>
            <p:ph type="ftr" sz="quarter" idx="11"/>
          </p:nvPr>
        </p:nvSpPr>
        <p:spPr/>
        <p:txBody>
          <a:bodyPr/>
          <a:lstStyle/>
          <a:p>
            <a:endParaRPr lang="zh-TW" altLang="en-US">
              <a:solidFill>
                <a:prstClr val="black">
                  <a:tint val="82000"/>
                </a:prstClr>
              </a:solidFill>
            </a:endParaRPr>
          </a:p>
        </p:txBody>
      </p:sp>
      <p:sp>
        <p:nvSpPr>
          <p:cNvPr id="7" name="投影片編號版面配置區 6">
            <a:extLst>
              <a:ext uri="{FF2B5EF4-FFF2-40B4-BE49-F238E27FC236}">
                <a16:creationId xmlns:a16="http://schemas.microsoft.com/office/drawing/2014/main" xmlns="" id="{31AA3151-A21B-E6AF-CD5D-26EDAB80D3F5}"/>
              </a:ext>
            </a:extLst>
          </p:cNvPr>
          <p:cNvSpPr>
            <a:spLocks noGrp="1"/>
          </p:cNvSpPr>
          <p:nvPr>
            <p:ph type="sldNum" sz="quarter" idx="12"/>
          </p:nvPr>
        </p:nvSpPr>
        <p:spPr/>
        <p:txBody>
          <a:bodyPr/>
          <a:lstStyle/>
          <a:p>
            <a:fld id="{5D98404C-84F4-4F16-BF36-37BCEEA3F04A}" type="slidenum">
              <a:rPr lang="zh-TW" altLang="en-US" smtClean="0">
                <a:solidFill>
                  <a:prstClr val="black">
                    <a:tint val="82000"/>
                  </a:prstClr>
                </a:solidFill>
              </a:rPr>
              <a:pPr/>
              <a:t>‹#›</a:t>
            </a:fld>
            <a:endParaRPr lang="zh-TW" altLang="en-US">
              <a:solidFill>
                <a:prstClr val="black">
                  <a:tint val="82000"/>
                </a:prstClr>
              </a:solidFill>
            </a:endParaRPr>
          </a:p>
        </p:txBody>
      </p:sp>
    </p:spTree>
    <p:extLst>
      <p:ext uri="{BB962C8B-B14F-4D97-AF65-F5344CB8AC3E}">
        <p14:creationId xmlns:p14="http://schemas.microsoft.com/office/powerpoint/2010/main" val="318322181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429BA89C-BA01-13C4-6E9D-71CBF6459BB7}"/>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xmlns="" id="{02D154C6-D3B8-8990-066A-ED1CAA68446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xmlns="" id="{C74314B4-454E-B35C-3D9A-D2B50315D9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xmlns="" id="{DA0A7F81-4F8C-9755-767D-0923B3C69B6D}"/>
              </a:ext>
            </a:extLst>
          </p:cNvPr>
          <p:cNvSpPr>
            <a:spLocks noGrp="1"/>
          </p:cNvSpPr>
          <p:nvPr>
            <p:ph type="dt" sz="half" idx="10"/>
          </p:nvPr>
        </p:nvSpPr>
        <p:spPr/>
        <p:txBody>
          <a:bodyPr/>
          <a:lstStyle/>
          <a:p>
            <a:fld id="{FFD2C999-5BBC-4282-A465-D39A4A7EC90C}" type="datetimeFigureOut">
              <a:rPr lang="zh-TW" altLang="en-US" smtClean="0">
                <a:solidFill>
                  <a:prstClr val="black">
                    <a:tint val="82000"/>
                  </a:prstClr>
                </a:solidFill>
              </a:rPr>
              <a:pPr/>
              <a:t>2026/6/3</a:t>
            </a:fld>
            <a:endParaRPr lang="zh-TW" altLang="en-US">
              <a:solidFill>
                <a:prstClr val="black">
                  <a:tint val="82000"/>
                </a:prstClr>
              </a:solidFill>
            </a:endParaRPr>
          </a:p>
        </p:txBody>
      </p:sp>
      <p:sp>
        <p:nvSpPr>
          <p:cNvPr id="6" name="頁尾版面配置區 5">
            <a:extLst>
              <a:ext uri="{FF2B5EF4-FFF2-40B4-BE49-F238E27FC236}">
                <a16:creationId xmlns:a16="http://schemas.microsoft.com/office/drawing/2014/main" xmlns="" id="{C006B0AC-3428-F5C3-8C63-667ECAA44CC7}"/>
              </a:ext>
            </a:extLst>
          </p:cNvPr>
          <p:cNvSpPr>
            <a:spLocks noGrp="1"/>
          </p:cNvSpPr>
          <p:nvPr>
            <p:ph type="ftr" sz="quarter" idx="11"/>
          </p:nvPr>
        </p:nvSpPr>
        <p:spPr/>
        <p:txBody>
          <a:bodyPr/>
          <a:lstStyle/>
          <a:p>
            <a:endParaRPr lang="zh-TW" altLang="en-US">
              <a:solidFill>
                <a:prstClr val="black">
                  <a:tint val="82000"/>
                </a:prstClr>
              </a:solidFill>
            </a:endParaRPr>
          </a:p>
        </p:txBody>
      </p:sp>
      <p:sp>
        <p:nvSpPr>
          <p:cNvPr id="7" name="投影片編號版面配置區 6">
            <a:extLst>
              <a:ext uri="{FF2B5EF4-FFF2-40B4-BE49-F238E27FC236}">
                <a16:creationId xmlns:a16="http://schemas.microsoft.com/office/drawing/2014/main" xmlns="" id="{CEC2F681-BDF2-E29C-451B-1AF5892098CD}"/>
              </a:ext>
            </a:extLst>
          </p:cNvPr>
          <p:cNvSpPr>
            <a:spLocks noGrp="1"/>
          </p:cNvSpPr>
          <p:nvPr>
            <p:ph type="sldNum" sz="quarter" idx="12"/>
          </p:nvPr>
        </p:nvSpPr>
        <p:spPr/>
        <p:txBody>
          <a:bodyPr/>
          <a:lstStyle/>
          <a:p>
            <a:fld id="{5D98404C-84F4-4F16-BF36-37BCEEA3F04A}" type="slidenum">
              <a:rPr lang="zh-TW" altLang="en-US" smtClean="0">
                <a:solidFill>
                  <a:prstClr val="black">
                    <a:tint val="82000"/>
                  </a:prstClr>
                </a:solidFill>
              </a:rPr>
              <a:pPr/>
              <a:t>‹#›</a:t>
            </a:fld>
            <a:endParaRPr lang="zh-TW" altLang="en-US">
              <a:solidFill>
                <a:prstClr val="black">
                  <a:tint val="82000"/>
                </a:prstClr>
              </a:solidFill>
            </a:endParaRPr>
          </a:p>
        </p:txBody>
      </p:sp>
    </p:spTree>
    <p:extLst>
      <p:ext uri="{BB962C8B-B14F-4D97-AF65-F5344CB8AC3E}">
        <p14:creationId xmlns:p14="http://schemas.microsoft.com/office/powerpoint/2010/main" val="113717868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5EEC9DF2-3DA5-2812-5BF7-E96E4D14807B}"/>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xmlns="" id="{B50BF0F3-8701-A2FC-6D1F-B2440D6973C3}"/>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70D9A635-C3D0-7CFA-75BB-AFFFA03E79E1}"/>
              </a:ext>
            </a:extLst>
          </p:cNvPr>
          <p:cNvSpPr>
            <a:spLocks noGrp="1"/>
          </p:cNvSpPr>
          <p:nvPr>
            <p:ph type="dt" sz="half" idx="10"/>
          </p:nvPr>
        </p:nvSpPr>
        <p:spPr/>
        <p:txBody>
          <a:bodyPr/>
          <a:lstStyle/>
          <a:p>
            <a:fld id="{FFD2C999-5BBC-4282-A465-D39A4A7EC90C}" type="datetimeFigureOut">
              <a:rPr lang="zh-TW" altLang="en-US" smtClean="0">
                <a:solidFill>
                  <a:prstClr val="black">
                    <a:tint val="82000"/>
                  </a:prstClr>
                </a:solidFill>
              </a:rPr>
              <a:pPr/>
              <a:t>2026/6/3</a:t>
            </a:fld>
            <a:endParaRPr lang="zh-TW" altLang="en-US">
              <a:solidFill>
                <a:prstClr val="black">
                  <a:tint val="82000"/>
                </a:prstClr>
              </a:solidFill>
            </a:endParaRPr>
          </a:p>
        </p:txBody>
      </p:sp>
      <p:sp>
        <p:nvSpPr>
          <p:cNvPr id="5" name="頁尾版面配置區 4">
            <a:extLst>
              <a:ext uri="{FF2B5EF4-FFF2-40B4-BE49-F238E27FC236}">
                <a16:creationId xmlns:a16="http://schemas.microsoft.com/office/drawing/2014/main" xmlns="" id="{7C5B81A0-4650-012C-D223-F267BC0B4BF2}"/>
              </a:ext>
            </a:extLst>
          </p:cNvPr>
          <p:cNvSpPr>
            <a:spLocks noGrp="1"/>
          </p:cNvSpPr>
          <p:nvPr>
            <p:ph type="ftr" sz="quarter" idx="11"/>
          </p:nvPr>
        </p:nvSpPr>
        <p:spPr/>
        <p:txBody>
          <a:bodyPr/>
          <a:lstStyle/>
          <a:p>
            <a:endParaRPr lang="zh-TW" altLang="en-US">
              <a:solidFill>
                <a:prstClr val="black">
                  <a:tint val="82000"/>
                </a:prstClr>
              </a:solidFill>
            </a:endParaRPr>
          </a:p>
        </p:txBody>
      </p:sp>
      <p:sp>
        <p:nvSpPr>
          <p:cNvPr id="6" name="投影片編號版面配置區 5">
            <a:extLst>
              <a:ext uri="{FF2B5EF4-FFF2-40B4-BE49-F238E27FC236}">
                <a16:creationId xmlns:a16="http://schemas.microsoft.com/office/drawing/2014/main" xmlns="" id="{F210E932-A642-F11F-8320-1C0FF716B668}"/>
              </a:ext>
            </a:extLst>
          </p:cNvPr>
          <p:cNvSpPr>
            <a:spLocks noGrp="1"/>
          </p:cNvSpPr>
          <p:nvPr>
            <p:ph type="sldNum" sz="quarter" idx="12"/>
          </p:nvPr>
        </p:nvSpPr>
        <p:spPr/>
        <p:txBody>
          <a:bodyPr/>
          <a:lstStyle/>
          <a:p>
            <a:fld id="{5D98404C-84F4-4F16-BF36-37BCEEA3F04A}" type="slidenum">
              <a:rPr lang="zh-TW" altLang="en-US" smtClean="0">
                <a:solidFill>
                  <a:prstClr val="black">
                    <a:tint val="82000"/>
                  </a:prstClr>
                </a:solidFill>
              </a:rPr>
              <a:pPr/>
              <a:t>‹#›</a:t>
            </a:fld>
            <a:endParaRPr lang="zh-TW" altLang="en-US">
              <a:solidFill>
                <a:prstClr val="black">
                  <a:tint val="82000"/>
                </a:prstClr>
              </a:solidFill>
            </a:endParaRPr>
          </a:p>
        </p:txBody>
      </p:sp>
    </p:spTree>
    <p:extLst>
      <p:ext uri="{BB962C8B-B14F-4D97-AF65-F5344CB8AC3E}">
        <p14:creationId xmlns:p14="http://schemas.microsoft.com/office/powerpoint/2010/main" val="398809498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xmlns="" id="{862F1B11-A8F1-DAA1-131F-B8B766F4DF3E}"/>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xmlns="" id="{0AA222D0-5027-54A2-4474-A5C1D0B52ED5}"/>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78B5F248-057D-B530-0EA2-257814699D70}"/>
              </a:ext>
            </a:extLst>
          </p:cNvPr>
          <p:cNvSpPr>
            <a:spLocks noGrp="1"/>
          </p:cNvSpPr>
          <p:nvPr>
            <p:ph type="dt" sz="half" idx="10"/>
          </p:nvPr>
        </p:nvSpPr>
        <p:spPr/>
        <p:txBody>
          <a:bodyPr/>
          <a:lstStyle/>
          <a:p>
            <a:fld id="{FFD2C999-5BBC-4282-A465-D39A4A7EC90C}" type="datetimeFigureOut">
              <a:rPr lang="zh-TW" altLang="en-US" smtClean="0">
                <a:solidFill>
                  <a:prstClr val="black">
                    <a:tint val="82000"/>
                  </a:prstClr>
                </a:solidFill>
              </a:rPr>
              <a:pPr/>
              <a:t>2026/6/3</a:t>
            </a:fld>
            <a:endParaRPr lang="zh-TW" altLang="en-US">
              <a:solidFill>
                <a:prstClr val="black">
                  <a:tint val="82000"/>
                </a:prstClr>
              </a:solidFill>
            </a:endParaRPr>
          </a:p>
        </p:txBody>
      </p:sp>
      <p:sp>
        <p:nvSpPr>
          <p:cNvPr id="5" name="頁尾版面配置區 4">
            <a:extLst>
              <a:ext uri="{FF2B5EF4-FFF2-40B4-BE49-F238E27FC236}">
                <a16:creationId xmlns:a16="http://schemas.microsoft.com/office/drawing/2014/main" xmlns="" id="{3DC84391-7C98-CDB0-D3FC-8FB758F39B54}"/>
              </a:ext>
            </a:extLst>
          </p:cNvPr>
          <p:cNvSpPr>
            <a:spLocks noGrp="1"/>
          </p:cNvSpPr>
          <p:nvPr>
            <p:ph type="ftr" sz="quarter" idx="11"/>
          </p:nvPr>
        </p:nvSpPr>
        <p:spPr/>
        <p:txBody>
          <a:bodyPr/>
          <a:lstStyle/>
          <a:p>
            <a:endParaRPr lang="zh-TW" altLang="en-US">
              <a:solidFill>
                <a:prstClr val="black">
                  <a:tint val="82000"/>
                </a:prstClr>
              </a:solidFill>
            </a:endParaRPr>
          </a:p>
        </p:txBody>
      </p:sp>
      <p:sp>
        <p:nvSpPr>
          <p:cNvPr id="6" name="投影片編號版面配置區 5">
            <a:extLst>
              <a:ext uri="{FF2B5EF4-FFF2-40B4-BE49-F238E27FC236}">
                <a16:creationId xmlns:a16="http://schemas.microsoft.com/office/drawing/2014/main" xmlns="" id="{60C74743-3541-663D-C2FB-8941B2E6B8C3}"/>
              </a:ext>
            </a:extLst>
          </p:cNvPr>
          <p:cNvSpPr>
            <a:spLocks noGrp="1"/>
          </p:cNvSpPr>
          <p:nvPr>
            <p:ph type="sldNum" sz="quarter" idx="12"/>
          </p:nvPr>
        </p:nvSpPr>
        <p:spPr/>
        <p:txBody>
          <a:bodyPr/>
          <a:lstStyle/>
          <a:p>
            <a:fld id="{5D98404C-84F4-4F16-BF36-37BCEEA3F04A}" type="slidenum">
              <a:rPr lang="zh-TW" altLang="en-US" smtClean="0">
                <a:solidFill>
                  <a:prstClr val="black">
                    <a:tint val="82000"/>
                  </a:prstClr>
                </a:solidFill>
              </a:rPr>
              <a:pPr/>
              <a:t>‹#›</a:t>
            </a:fld>
            <a:endParaRPr lang="zh-TW" altLang="en-US">
              <a:solidFill>
                <a:prstClr val="black">
                  <a:tint val="82000"/>
                </a:prstClr>
              </a:solidFill>
            </a:endParaRPr>
          </a:p>
        </p:txBody>
      </p:sp>
    </p:spTree>
    <p:extLst>
      <p:ext uri="{BB962C8B-B14F-4D97-AF65-F5344CB8AC3E}">
        <p14:creationId xmlns:p14="http://schemas.microsoft.com/office/powerpoint/2010/main" val="237957652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內容頁_V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標題 1"/>
          <p:cNvSpPr>
            <a:spLocks noGrp="1"/>
          </p:cNvSpPr>
          <p:nvPr>
            <p:ph type="title" hasCustomPrompt="1"/>
          </p:nvPr>
        </p:nvSpPr>
        <p:spPr>
          <a:xfrm>
            <a:off x="641445" y="377826"/>
            <a:ext cx="11340000" cy="676866"/>
          </a:xfrm>
          <a:prstGeom prst="rect">
            <a:avLst/>
          </a:prstGeom>
        </p:spPr>
        <p:txBody>
          <a:bodyPr anchor="t"/>
          <a:lstStyle>
            <a:lvl1pPr>
              <a:lnSpc>
                <a:spcPct val="100000"/>
              </a:lnSpc>
              <a:defRPr sz="3600" b="1" i="0" spc="100" baseline="0">
                <a:latin typeface="微軟正黑體" panose="020B0604030504040204" pitchFamily="34" charset="-120"/>
                <a:ea typeface="微軟正黑體" panose="020B0604030504040204" pitchFamily="34" charset="-120"/>
              </a:defRPr>
            </a:lvl1pPr>
          </a:lstStyle>
          <a:p>
            <a:r>
              <a:rPr lang="zh-TW" altLang="en-US" dirty="0"/>
              <a:t>標題微軟正黑體、加粗</a:t>
            </a:r>
            <a:r>
              <a:rPr lang="en-US" altLang="zh-TW" dirty="0"/>
              <a:t>36pt</a:t>
            </a:r>
            <a:endParaRPr lang="zh-TW" altLang="en-US" dirty="0"/>
          </a:p>
        </p:txBody>
      </p:sp>
      <p:sp>
        <p:nvSpPr>
          <p:cNvPr id="7" name="內容版面配置區 2">
            <a:extLst>
              <a:ext uri="{FF2B5EF4-FFF2-40B4-BE49-F238E27FC236}">
                <a16:creationId xmlns:a16="http://schemas.microsoft.com/office/drawing/2014/main" xmlns="" id="{0B276ED0-713E-27AF-215F-7358348D77F5}"/>
              </a:ext>
            </a:extLst>
          </p:cNvPr>
          <p:cNvSpPr>
            <a:spLocks noGrp="1"/>
          </p:cNvSpPr>
          <p:nvPr>
            <p:ph idx="1" hasCustomPrompt="1"/>
          </p:nvPr>
        </p:nvSpPr>
        <p:spPr>
          <a:xfrm>
            <a:off x="361950" y="1214651"/>
            <a:ext cx="11645100" cy="5088334"/>
          </a:xfrm>
          <a:prstGeom prst="rect">
            <a:avLst/>
          </a:prstGeom>
        </p:spPr>
        <p:txBody>
          <a:bodyPr/>
          <a:lstStyle>
            <a:lvl1pPr marL="0" indent="0">
              <a:lnSpc>
                <a:spcPct val="100000"/>
              </a:lnSpc>
              <a:buNone/>
              <a:defRPr sz="2400" b="1" i="0" baseline="0">
                <a:solidFill>
                  <a:schemeClr val="tx1"/>
                </a:solidFill>
                <a:latin typeface="微軟正黑體" panose="020B0604030504040204" pitchFamily="34" charset="-120"/>
                <a:ea typeface="微軟正黑體" panose="020B0604030504040204" pitchFamily="34" charset="-120"/>
              </a:defRPr>
            </a:lvl1pPr>
            <a:lvl2pPr marL="457200" indent="0">
              <a:lnSpc>
                <a:spcPct val="100000"/>
              </a:lnSpc>
              <a:buNone/>
              <a:defRPr sz="2200" b="1" i="0" baseline="0">
                <a:solidFill>
                  <a:schemeClr val="tx1"/>
                </a:solidFill>
                <a:latin typeface="微軟正黑體" panose="020B0604030504040204" pitchFamily="34" charset="-120"/>
                <a:ea typeface="微軟正黑體" panose="020B0604030504040204" pitchFamily="34" charset="-120"/>
              </a:defRPr>
            </a:lvl2pPr>
            <a:lvl3pPr marL="914400" indent="0">
              <a:lnSpc>
                <a:spcPct val="100000"/>
              </a:lnSpc>
              <a:buNone/>
              <a:defRPr sz="2000" b="1" i="0" baseline="0">
                <a:solidFill>
                  <a:schemeClr val="tx1"/>
                </a:solidFill>
                <a:latin typeface="微軟正黑體" panose="020B0604030504040204" pitchFamily="34" charset="-120"/>
                <a:ea typeface="微軟正黑體" panose="020B0604030504040204" pitchFamily="34" charset="-120"/>
              </a:defRPr>
            </a:lvl3pPr>
            <a:lvl4pPr marL="1371600" indent="0">
              <a:lnSpc>
                <a:spcPct val="100000"/>
              </a:lnSpc>
              <a:buNone/>
              <a:defRPr sz="2000" b="0" i="0" baseline="0">
                <a:solidFill>
                  <a:schemeClr val="tx1"/>
                </a:solidFill>
                <a:latin typeface="Microsoft YaHei" panose="020B0503020204020204" pitchFamily="34" charset="-122"/>
                <a:ea typeface="Microsoft YaHei" panose="020B0503020204020204" pitchFamily="34" charset="-122"/>
              </a:defRPr>
            </a:lvl4pPr>
            <a:lvl5pPr marL="1828800" indent="0">
              <a:lnSpc>
                <a:spcPct val="100000"/>
              </a:lnSpc>
              <a:buNone/>
              <a:defRPr sz="1800" b="0" i="0" baseline="0">
                <a:solidFill>
                  <a:schemeClr val="tx1"/>
                </a:solidFill>
                <a:latin typeface="Microsoft YaHei" panose="020B0503020204020204" pitchFamily="34" charset="-122"/>
                <a:ea typeface="Microsoft YaHei" panose="020B0503020204020204" pitchFamily="34" charset="-122"/>
              </a:defRPr>
            </a:lvl5pPr>
          </a:lstStyle>
          <a:p>
            <a:pPr lvl="0"/>
            <a:r>
              <a:rPr lang="zh-TW" altLang="en-US" dirty="0"/>
              <a:t>第一層微軟正黑體、加粗</a:t>
            </a:r>
            <a:r>
              <a:rPr lang="en-US" altLang="zh-TW" dirty="0"/>
              <a:t>24pt</a:t>
            </a:r>
            <a:endParaRPr lang="zh-TW" altLang="en-US" dirty="0"/>
          </a:p>
          <a:p>
            <a:pPr lvl="1"/>
            <a:r>
              <a:rPr lang="zh-TW" altLang="en-US" dirty="0"/>
              <a:t>第二層微軟正黑體、加粗</a:t>
            </a:r>
            <a:r>
              <a:rPr lang="en-US" altLang="zh-TW" dirty="0"/>
              <a:t>22pt</a:t>
            </a:r>
            <a:endParaRPr lang="zh-TW" altLang="en-US" dirty="0"/>
          </a:p>
          <a:p>
            <a:pPr lvl="2"/>
            <a:r>
              <a:rPr lang="zh-TW" altLang="en-US" dirty="0"/>
              <a:t>第三層微軟正黑體、加粗</a:t>
            </a:r>
            <a:r>
              <a:rPr lang="en-US" altLang="zh-TW" dirty="0"/>
              <a:t>20pt</a:t>
            </a:r>
            <a:endParaRPr lang="zh-TW" altLang="en-US" dirty="0"/>
          </a:p>
        </p:txBody>
      </p:sp>
      <p:sp>
        <p:nvSpPr>
          <p:cNvPr id="3" name="投影片編號版面配置區 8">
            <a:extLst>
              <a:ext uri="{FF2B5EF4-FFF2-40B4-BE49-F238E27FC236}">
                <a16:creationId xmlns:a16="http://schemas.microsoft.com/office/drawing/2014/main" xmlns="" id="{36C22B09-FD49-8242-8668-8E12AC11A64C}"/>
              </a:ext>
            </a:extLst>
          </p:cNvPr>
          <p:cNvSpPr txBox="1"/>
          <p:nvPr userDrawn="1"/>
        </p:nvSpPr>
        <p:spPr>
          <a:xfrm>
            <a:off x="-12700" y="6516537"/>
            <a:ext cx="376296" cy="288000"/>
          </a:xfrm>
          <a:prstGeom prst="rect">
            <a:avLst/>
          </a:prstGeom>
        </p:spPr>
        <p:txBody>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3915CC8-E052-47EF-B51B-C09700C93708}" type="slidenum">
              <a:rPr lang="zh-TW" altLang="en-US" sz="1000" b="1" smtClean="0">
                <a:solidFill>
                  <a:srgbClr val="262626"/>
                </a:solidFill>
                <a:latin typeface="微軟正黑體" panose="020B0604030504040204" pitchFamily="34" charset="-120"/>
                <a:ea typeface="微軟正黑體" panose="020B0604030504040204" pitchFamily="34" charset="-120"/>
              </a:rPr>
              <a:pPr/>
              <a:t>‹#›</a:t>
            </a:fld>
            <a:endParaRPr lang="zh-TW" altLang="en-US" sz="1000" b="1" dirty="0">
              <a:solidFill>
                <a:srgbClr val="262626"/>
              </a:solidFill>
              <a:latin typeface="微軟正黑體" panose="020B0604030504040204" pitchFamily="34" charset="-120"/>
              <a:ea typeface="微軟正黑體" panose="020B0604030504040204" pitchFamily="34" charset="-120"/>
            </a:endParaRPr>
          </a:p>
        </p:txBody>
      </p:sp>
      <p:sp>
        <p:nvSpPr>
          <p:cNvPr id="5" name="文字版面配置區 14">
            <a:extLst>
              <a:ext uri="{FF2B5EF4-FFF2-40B4-BE49-F238E27FC236}">
                <a16:creationId xmlns:a16="http://schemas.microsoft.com/office/drawing/2014/main" xmlns="" id="{61D32CBE-BFDF-D444-28E6-A01DBF8F33F8}"/>
              </a:ext>
            </a:extLst>
          </p:cNvPr>
          <p:cNvSpPr>
            <a:spLocks noGrp="1"/>
          </p:cNvSpPr>
          <p:nvPr>
            <p:ph type="body" sz="quarter" idx="10" hasCustomPrompt="1"/>
          </p:nvPr>
        </p:nvSpPr>
        <p:spPr>
          <a:xfrm>
            <a:off x="361950" y="6473108"/>
            <a:ext cx="10800000" cy="347626"/>
          </a:xfrm>
          <a:prstGeom prst="rect">
            <a:avLst/>
          </a:prstGeom>
        </p:spPr>
        <p:txBody>
          <a:bodyPr lIns="0" tIns="0" rIns="0" bIns="0" anchor="ctr"/>
          <a:lstStyle>
            <a:lvl1pPr marL="0" indent="0">
              <a:buNone/>
              <a:defRPr sz="1400" b="1" baseline="0">
                <a:solidFill>
                  <a:schemeClr val="tx1"/>
                </a:solidFill>
                <a:latin typeface="+mn-lt"/>
                <a:ea typeface="微軟正黑體" panose="020B0604030504040204" pitchFamily="34" charset="-120"/>
              </a:defRPr>
            </a:lvl1pPr>
            <a:lvl2pPr marL="457200" indent="0">
              <a:buNone/>
              <a:defRPr sz="1200" baseline="0">
                <a:solidFill>
                  <a:schemeClr val="bg1"/>
                </a:solidFill>
                <a:latin typeface="Calibri" panose="020F0502020204030204" pitchFamily="34" charset="0"/>
                <a:ea typeface="Microsoft YaHei" panose="020B0503020204020204" pitchFamily="34" charset="-122"/>
              </a:defRPr>
            </a:lvl2pPr>
            <a:lvl3pPr marL="914400" indent="0">
              <a:buNone/>
              <a:defRPr sz="1200" baseline="0">
                <a:solidFill>
                  <a:schemeClr val="bg1"/>
                </a:solidFill>
                <a:latin typeface="Calibri" panose="020F0502020204030204" pitchFamily="34" charset="0"/>
                <a:ea typeface="Microsoft YaHei" panose="020B0503020204020204" pitchFamily="34" charset="-122"/>
              </a:defRPr>
            </a:lvl3pPr>
            <a:lvl4pPr marL="1371600" indent="0">
              <a:buNone/>
              <a:defRPr sz="1200" baseline="0">
                <a:solidFill>
                  <a:schemeClr val="bg1"/>
                </a:solidFill>
                <a:latin typeface="Calibri" panose="020F0502020204030204" pitchFamily="34" charset="0"/>
                <a:ea typeface="Microsoft YaHei" panose="020B0503020204020204" pitchFamily="34" charset="-122"/>
              </a:defRPr>
            </a:lvl4pPr>
            <a:lvl5pPr marL="1828800" indent="0">
              <a:buNone/>
              <a:defRPr sz="1200" baseline="0">
                <a:solidFill>
                  <a:schemeClr val="bg1"/>
                </a:solidFill>
                <a:latin typeface="Calibri" panose="020F0502020204030204" pitchFamily="34" charset="0"/>
                <a:ea typeface="Microsoft YaHei" panose="020B0503020204020204" pitchFamily="34" charset="-122"/>
              </a:defRPr>
            </a:lvl5pPr>
          </a:lstStyle>
          <a:p>
            <a:pPr lvl="0"/>
            <a:r>
              <a:rPr lang="zh-TW" altLang="en-US" dirty="0"/>
              <a:t>引述資料來源 西元日期</a:t>
            </a:r>
          </a:p>
        </p:txBody>
      </p:sp>
    </p:spTree>
    <p:extLst>
      <p:ext uri="{BB962C8B-B14F-4D97-AF65-F5344CB8AC3E}">
        <p14:creationId xmlns:p14="http://schemas.microsoft.com/office/powerpoint/2010/main" val="219776279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theme" Target="../theme/theme2.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theme" Target="../theme/theme3.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7.xml"/><Relationship Id="rId13" Type="http://schemas.openxmlformats.org/officeDocument/2006/relationships/theme" Target="../theme/theme4.xml"/><Relationship Id="rId3" Type="http://schemas.openxmlformats.org/officeDocument/2006/relationships/slideLayout" Target="../slideLayouts/slideLayout42.xml"/><Relationship Id="rId7" Type="http://schemas.openxmlformats.org/officeDocument/2006/relationships/slideLayout" Target="../slideLayouts/slideLayout46.xml"/><Relationship Id="rId12" Type="http://schemas.openxmlformats.org/officeDocument/2006/relationships/slideLayout" Target="../slideLayouts/slideLayout51.xml"/><Relationship Id="rId2" Type="http://schemas.openxmlformats.org/officeDocument/2006/relationships/slideLayout" Target="../slideLayouts/slideLayout41.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slideLayout" Target="../slideLayouts/slideLayout50.xml"/><Relationship Id="rId5" Type="http://schemas.openxmlformats.org/officeDocument/2006/relationships/slideLayout" Target="../slideLayouts/slideLayout44.xml"/><Relationship Id="rId10" Type="http://schemas.openxmlformats.org/officeDocument/2006/relationships/slideLayout" Target="../slideLayouts/slideLayout49.xml"/><Relationship Id="rId4" Type="http://schemas.openxmlformats.org/officeDocument/2006/relationships/slideLayout" Target="../slideLayouts/slideLayout43.xml"/><Relationship Id="rId9" Type="http://schemas.openxmlformats.org/officeDocument/2006/relationships/slideLayout" Target="../slideLayouts/slideLayout4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12163912"/>
      </p:ext>
    </p:extLst>
  </p:cSld>
  <p:clrMap bg1="lt1" tx1="dk1" bg2="lt2" tx2="dk2" accent1="accent1" accent2="accent2" accent3="accent3" accent4="accent4" accent5="accent5" accent6="accent6" hlink="hlink" folHlink="folHlink"/>
  <p:sldLayoutIdLst>
    <p:sldLayoutId id="2147483737" r:id="rId1"/>
    <p:sldLayoutId id="2147483738" r:id="rId2"/>
    <p:sldLayoutId id="2147483739" r:id="rId3"/>
    <p:sldLayoutId id="2147483740" r:id="rId4"/>
    <p:sldLayoutId id="2147483741" r:id="rId5"/>
    <p:sldLayoutId id="2147483742" r:id="rId6"/>
    <p:sldLayoutId id="2147483743" r:id="rId7"/>
    <p:sldLayoutId id="2147483744" r:id="rId8"/>
    <p:sldLayoutId id="2147483745" r:id="rId9"/>
    <p:sldLayoutId id="2147483746" r:id="rId10"/>
    <p:sldLayoutId id="2147483747" r:id="rId11"/>
    <p:sldLayoutId id="2147483748" r:id="rId12"/>
    <p:sldLayoutId id="2147483749" r:id="rId13"/>
    <p:sldLayoutId id="2147483750" r:id="rId14"/>
    <p:sldLayoutId id="2147483751" r:id="rId15"/>
  </p:sldLayoutIdLst>
  <p:txStyles>
    <p:titleStyle>
      <a:lvl1pPr algn="l" rtl="0" eaLnBrk="1" fontAlgn="base" hangingPunct="1">
        <a:lnSpc>
          <a:spcPct val="90000"/>
        </a:lnSpc>
        <a:spcBef>
          <a:spcPct val="0"/>
        </a:spcBef>
        <a:spcAft>
          <a:spcPct val="0"/>
        </a:spcAft>
        <a:defRPr sz="4400" kern="1200">
          <a:solidFill>
            <a:schemeClr val="tx1"/>
          </a:solidFill>
          <a:latin typeface="+mj-lt"/>
          <a:ea typeface="+mj-ea"/>
          <a:cs typeface="+mj-cs"/>
        </a:defRPr>
      </a:lvl1pPr>
      <a:lvl2pPr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新細明體" panose="02020500000000000000" pitchFamily="18" charset="-120"/>
        </a:defRPr>
      </a:lvl2pPr>
      <a:lvl3pPr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新細明體" panose="02020500000000000000" pitchFamily="18" charset="-120"/>
        </a:defRPr>
      </a:lvl3pPr>
      <a:lvl4pPr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新細明體" panose="02020500000000000000" pitchFamily="18" charset="-120"/>
        </a:defRPr>
      </a:lvl4pPr>
      <a:lvl5pPr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新細明體" panose="02020500000000000000" pitchFamily="18" charset="-120"/>
        </a:defRPr>
      </a:lvl5pPr>
      <a:lvl6pPr marL="457200"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新細明體" panose="02020500000000000000" pitchFamily="18" charset="-120"/>
        </a:defRPr>
      </a:lvl6pPr>
      <a:lvl7pPr marL="914400"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新細明體" panose="02020500000000000000" pitchFamily="18" charset="-120"/>
        </a:defRPr>
      </a:lvl7pPr>
      <a:lvl8pPr marL="1371600"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新細明體" panose="02020500000000000000" pitchFamily="18" charset="-120"/>
        </a:defRPr>
      </a:lvl8pPr>
      <a:lvl9pPr marL="1828800"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新細明體" panose="02020500000000000000" pitchFamily="18" charset="-120"/>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xmlns="" id="{F6C1C8B1-F697-B0DD-9240-DB86DA64B37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xmlns="" id="{C8C036B7-3A17-EE8A-D094-84FE548056B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86EE243E-B913-C14A-B7CF-ED936E7CEE5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pPr eaLnBrk="1" fontAlgn="auto" hangingPunct="1">
              <a:spcBef>
                <a:spcPts val="0"/>
              </a:spcBef>
              <a:spcAft>
                <a:spcPts val="0"/>
              </a:spcAft>
            </a:pPr>
            <a:fld id="{D27FCBCF-C2BF-4064-9C72-C2CCD5A3275F}" type="datetimeFigureOut">
              <a:rPr lang="zh-TW" altLang="en-US" smtClean="0">
                <a:solidFill>
                  <a:prstClr val="black">
                    <a:tint val="82000"/>
                  </a:prstClr>
                </a:solidFill>
                <a:latin typeface="Aptos" panose="02110004020202020204"/>
              </a:rPr>
              <a:pPr eaLnBrk="1" fontAlgn="auto" hangingPunct="1">
                <a:spcBef>
                  <a:spcPts val="0"/>
                </a:spcBef>
                <a:spcAft>
                  <a:spcPts val="0"/>
                </a:spcAft>
              </a:pPr>
              <a:t>2026/6/3</a:t>
            </a:fld>
            <a:endParaRPr lang="zh-TW" altLang="en-US">
              <a:solidFill>
                <a:prstClr val="black">
                  <a:tint val="82000"/>
                </a:prstClr>
              </a:solidFill>
              <a:latin typeface="Aptos" panose="02110004020202020204"/>
            </a:endParaRPr>
          </a:p>
        </p:txBody>
      </p:sp>
      <p:sp>
        <p:nvSpPr>
          <p:cNvPr id="5" name="頁尾版面配置區 4">
            <a:extLst>
              <a:ext uri="{FF2B5EF4-FFF2-40B4-BE49-F238E27FC236}">
                <a16:creationId xmlns:a16="http://schemas.microsoft.com/office/drawing/2014/main" xmlns="" id="{A7C04AD6-75DE-73D1-430C-6274B28A7F5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pPr eaLnBrk="1" fontAlgn="auto" hangingPunct="1">
              <a:spcBef>
                <a:spcPts val="0"/>
              </a:spcBef>
              <a:spcAft>
                <a:spcPts val="0"/>
              </a:spcAft>
            </a:pPr>
            <a:endParaRPr lang="zh-TW" altLang="en-US">
              <a:solidFill>
                <a:prstClr val="black">
                  <a:tint val="82000"/>
                </a:prstClr>
              </a:solidFill>
              <a:latin typeface="Aptos" panose="02110004020202020204"/>
            </a:endParaRPr>
          </a:p>
        </p:txBody>
      </p:sp>
      <p:sp>
        <p:nvSpPr>
          <p:cNvPr id="6" name="投影片編號版面配置區 5">
            <a:extLst>
              <a:ext uri="{FF2B5EF4-FFF2-40B4-BE49-F238E27FC236}">
                <a16:creationId xmlns:a16="http://schemas.microsoft.com/office/drawing/2014/main" xmlns="" id="{0E6E1B8B-8FA5-67F3-38AC-5FF09D7D7B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pPr eaLnBrk="1" fontAlgn="auto" hangingPunct="1">
              <a:spcBef>
                <a:spcPts val="0"/>
              </a:spcBef>
              <a:spcAft>
                <a:spcPts val="0"/>
              </a:spcAft>
            </a:pPr>
            <a:fld id="{0B3BE1AA-9266-49C7-8836-D5B10DA199CD}" type="slidenum">
              <a:rPr lang="zh-TW" altLang="en-US" smtClean="0">
                <a:solidFill>
                  <a:prstClr val="black">
                    <a:tint val="82000"/>
                  </a:prstClr>
                </a:solidFill>
                <a:latin typeface="Aptos" panose="02110004020202020204"/>
              </a:rPr>
              <a:pPr eaLnBrk="1" fontAlgn="auto" hangingPunct="1">
                <a:spcBef>
                  <a:spcPts val="0"/>
                </a:spcBef>
                <a:spcAft>
                  <a:spcPts val="0"/>
                </a:spcAft>
              </a:pPr>
              <a:t>‹#›</a:t>
            </a:fld>
            <a:endParaRPr lang="zh-TW" altLang="en-US">
              <a:solidFill>
                <a:prstClr val="black">
                  <a:tint val="82000"/>
                </a:prstClr>
              </a:solidFill>
              <a:latin typeface="Aptos" panose="02110004020202020204"/>
            </a:endParaRPr>
          </a:p>
        </p:txBody>
      </p:sp>
    </p:spTree>
    <p:extLst>
      <p:ext uri="{BB962C8B-B14F-4D97-AF65-F5344CB8AC3E}">
        <p14:creationId xmlns:p14="http://schemas.microsoft.com/office/powerpoint/2010/main" val="3253554059"/>
      </p:ext>
    </p:extLst>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 id="214748381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07351592"/>
      </p:ext>
    </p:extLst>
  </p:cSld>
  <p:clrMap bg1="lt1" tx1="dk1" bg2="lt2" tx2="dk2" accent1="accent1" accent2="accent2" accent3="accent3" accent4="accent4" accent5="accent5" accent6="accent6" hlink="hlink" folHlink="folHlink"/>
  <p:sldLayoutIdLst>
    <p:sldLayoutId id="2147483857" r:id="rId1"/>
    <p:sldLayoutId id="2147483858" r:id="rId2"/>
    <p:sldLayoutId id="2147483859" r:id="rId3"/>
    <p:sldLayoutId id="2147483860" r:id="rId4"/>
    <p:sldLayoutId id="2147483861" r:id="rId5"/>
    <p:sldLayoutId id="2147483862" r:id="rId6"/>
    <p:sldLayoutId id="2147483863" r:id="rId7"/>
    <p:sldLayoutId id="2147483864" r:id="rId8"/>
    <p:sldLayoutId id="2147483865" r:id="rId9"/>
    <p:sldLayoutId id="2147483866" r:id="rId10"/>
    <p:sldLayoutId id="2147483867" r:id="rId11"/>
    <p:sldLayoutId id="2147483868" r:id="rId12"/>
  </p:sldLayoutIdLst>
  <p:hf hdr="0" ftr="0" dt="0"/>
  <p:txStyles>
    <p:titleStyle>
      <a:lvl1pPr algn="l" rtl="0" eaLnBrk="1" fontAlgn="base" hangingPunct="1">
        <a:lnSpc>
          <a:spcPct val="90000"/>
        </a:lnSpc>
        <a:spcBef>
          <a:spcPct val="0"/>
        </a:spcBef>
        <a:spcAft>
          <a:spcPct val="0"/>
        </a:spcAft>
        <a:defRPr sz="4400" kern="1200">
          <a:solidFill>
            <a:schemeClr val="tx1"/>
          </a:solidFill>
          <a:latin typeface="+mj-lt"/>
          <a:ea typeface="+mj-ea"/>
          <a:cs typeface="+mj-cs"/>
        </a:defRPr>
      </a:lvl1pPr>
      <a:lvl2pPr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新細明體" panose="02020500000000000000" pitchFamily="18" charset="-120"/>
        </a:defRPr>
      </a:lvl2pPr>
      <a:lvl3pPr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新細明體" panose="02020500000000000000" pitchFamily="18" charset="-120"/>
        </a:defRPr>
      </a:lvl3pPr>
      <a:lvl4pPr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新細明體" panose="02020500000000000000" pitchFamily="18" charset="-120"/>
        </a:defRPr>
      </a:lvl4pPr>
      <a:lvl5pPr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新細明體" panose="02020500000000000000" pitchFamily="18" charset="-120"/>
        </a:defRPr>
      </a:lvl5pPr>
      <a:lvl6pPr marL="457200"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新細明體" panose="02020500000000000000" pitchFamily="18" charset="-120"/>
        </a:defRPr>
      </a:lvl6pPr>
      <a:lvl7pPr marL="914400"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新細明體" panose="02020500000000000000" pitchFamily="18" charset="-120"/>
        </a:defRPr>
      </a:lvl7pPr>
      <a:lvl8pPr marL="1371600"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新細明體" panose="02020500000000000000" pitchFamily="18" charset="-120"/>
        </a:defRPr>
      </a:lvl8pPr>
      <a:lvl9pPr marL="1828800"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新細明體" panose="02020500000000000000" pitchFamily="18" charset="-120"/>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xmlns="" id="{19F9D52B-F3B9-5C0E-F486-0B101119AE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xmlns="" id="{06378661-4E9D-EF55-67C3-AE0780964C6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B214F50B-370F-D9B2-71A8-F79E7E68D34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FD2C999-5BBC-4282-A465-D39A4A7EC90C}" type="datetimeFigureOut">
              <a:rPr lang="zh-TW" altLang="en-US" smtClean="0">
                <a:solidFill>
                  <a:prstClr val="black">
                    <a:tint val="82000"/>
                  </a:prstClr>
                </a:solidFill>
              </a:rPr>
              <a:pPr/>
              <a:t>2026/6/3</a:t>
            </a:fld>
            <a:endParaRPr lang="zh-TW" altLang="en-US">
              <a:solidFill>
                <a:prstClr val="black">
                  <a:tint val="82000"/>
                </a:prstClr>
              </a:solidFill>
            </a:endParaRPr>
          </a:p>
        </p:txBody>
      </p:sp>
      <p:sp>
        <p:nvSpPr>
          <p:cNvPr id="5" name="頁尾版面配置區 4">
            <a:extLst>
              <a:ext uri="{FF2B5EF4-FFF2-40B4-BE49-F238E27FC236}">
                <a16:creationId xmlns:a16="http://schemas.microsoft.com/office/drawing/2014/main" xmlns="" id="{A3A8CF95-5682-9940-3603-D279F31858A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TW" altLang="en-US">
              <a:solidFill>
                <a:prstClr val="black">
                  <a:tint val="82000"/>
                </a:prstClr>
              </a:solidFill>
            </a:endParaRPr>
          </a:p>
        </p:txBody>
      </p:sp>
      <p:sp>
        <p:nvSpPr>
          <p:cNvPr id="6" name="投影片編號版面配置區 5">
            <a:extLst>
              <a:ext uri="{FF2B5EF4-FFF2-40B4-BE49-F238E27FC236}">
                <a16:creationId xmlns:a16="http://schemas.microsoft.com/office/drawing/2014/main" xmlns="" id="{41E46649-E31E-71AA-B8E3-9F1857B8DB5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D98404C-84F4-4F16-BF36-37BCEEA3F04A}" type="slidenum">
              <a:rPr lang="zh-TW" altLang="en-US" smtClean="0">
                <a:solidFill>
                  <a:prstClr val="black">
                    <a:tint val="82000"/>
                  </a:prstClr>
                </a:solidFill>
              </a:rPr>
              <a:pPr/>
              <a:t>‹#›</a:t>
            </a:fld>
            <a:endParaRPr lang="zh-TW" altLang="en-US">
              <a:solidFill>
                <a:prstClr val="black">
                  <a:tint val="82000"/>
                </a:prstClr>
              </a:solidFill>
            </a:endParaRPr>
          </a:p>
        </p:txBody>
      </p:sp>
    </p:spTree>
    <p:extLst>
      <p:ext uri="{BB962C8B-B14F-4D97-AF65-F5344CB8AC3E}">
        <p14:creationId xmlns:p14="http://schemas.microsoft.com/office/powerpoint/2010/main" val="1926472449"/>
      </p:ext>
    </p:extLst>
  </p:cSld>
  <p:clrMap bg1="lt1" tx1="dk1" bg2="lt2" tx2="dk2" accent1="accent1" accent2="accent2" accent3="accent3" accent4="accent4" accent5="accent5" accent6="accent6" hlink="hlink" folHlink="folHlink"/>
  <p:sldLayoutIdLst>
    <p:sldLayoutId id="2147483870" r:id="rId1"/>
    <p:sldLayoutId id="2147483871" r:id="rId2"/>
    <p:sldLayoutId id="2147483872" r:id="rId3"/>
    <p:sldLayoutId id="2147483873" r:id="rId4"/>
    <p:sldLayoutId id="2147483874" r:id="rId5"/>
    <p:sldLayoutId id="2147483875" r:id="rId6"/>
    <p:sldLayoutId id="2147483876" r:id="rId7"/>
    <p:sldLayoutId id="2147483877" r:id="rId8"/>
    <p:sldLayoutId id="2147483878" r:id="rId9"/>
    <p:sldLayoutId id="2147483879" r:id="rId10"/>
    <p:sldLayoutId id="2147483880" r:id="rId11"/>
    <p:sldLayoutId id="2147483881"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7.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33.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4.xml"/><Relationship Id="rId1" Type="http://schemas.openxmlformats.org/officeDocument/2006/relationships/slideLayout" Target="../slideLayouts/slideLayout33.xml"/></Relationships>
</file>

<file path=ppt/slides/_rels/slide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5.xml"/><Relationship Id="rId1" Type="http://schemas.openxmlformats.org/officeDocument/2006/relationships/slideLayout" Target="../slideLayouts/slideLayout3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a16="http://schemas.microsoft.com/office/drawing/2014/main" xmlns="" id="{4E83EBD2-B9BE-09FB-9E43-3CFFEE0BC5A7}"/>
              </a:ext>
            </a:extLst>
          </p:cNvPr>
          <p:cNvSpPr>
            <a:spLocks noGrp="1"/>
          </p:cNvSpPr>
          <p:nvPr>
            <p:ph type="body" sz="quarter" idx="14"/>
          </p:nvPr>
        </p:nvSpPr>
        <p:spPr>
          <a:xfrm>
            <a:off x="241403" y="2572440"/>
            <a:ext cx="8814108" cy="1713119"/>
          </a:xfrm>
        </p:spPr>
        <p:txBody>
          <a:bodyPr/>
          <a:lstStyle/>
          <a:p>
            <a:pPr>
              <a:spcBef>
                <a:spcPts val="0"/>
              </a:spcBef>
            </a:pPr>
            <a:r>
              <a:rPr kumimoji="1" lang="zh-TW" altLang="en-US" sz="4800" kern="100" dirty="0">
                <a:latin typeface="微軟正黑體" panose="020B0604030504040204" pitchFamily="34" charset="-120"/>
              </a:rPr>
              <a:t>寧德時代營運與技術布局雙升級以多元補能與有感體驗強化全場景電池方案</a:t>
            </a:r>
          </a:p>
        </p:txBody>
      </p:sp>
      <p:sp>
        <p:nvSpPr>
          <p:cNvPr id="3" name="文字版面配置區 2">
            <a:extLst>
              <a:ext uri="{FF2B5EF4-FFF2-40B4-BE49-F238E27FC236}">
                <a16:creationId xmlns:a16="http://schemas.microsoft.com/office/drawing/2014/main" xmlns="" id="{1634A41C-0B0D-8FBC-E0FD-4DE3189A2FAC}"/>
              </a:ext>
            </a:extLst>
          </p:cNvPr>
          <p:cNvSpPr>
            <a:spLocks noGrp="1"/>
          </p:cNvSpPr>
          <p:nvPr>
            <p:ph type="body" sz="quarter" idx="16"/>
          </p:nvPr>
        </p:nvSpPr>
        <p:spPr/>
        <p:txBody>
          <a:bodyPr/>
          <a:lstStyle/>
          <a:p>
            <a:pPr lvl="0"/>
            <a:r>
              <a:rPr kumimoji="1" lang="zh-TW" altLang="en-US" dirty="0">
                <a:latin typeface="微軟正黑體" panose="020B0604030504040204" pitchFamily="34" charset="-120"/>
              </a:rPr>
              <a:t>林芬卉 </a:t>
            </a:r>
            <a:r>
              <a:rPr kumimoji="1" lang="en-US" altLang="zh-TW" dirty="0">
                <a:latin typeface="微軟正黑體" panose="020B0604030504040204" pitchFamily="34" charset="-120"/>
              </a:rPr>
              <a:t>Jessie Lin</a:t>
            </a:r>
            <a:endParaRPr kumimoji="1" lang="zh-TW" altLang="en-US" dirty="0">
              <a:latin typeface="微軟正黑體" panose="020B0604030504040204" pitchFamily="34" charset="-120"/>
            </a:endParaRPr>
          </a:p>
        </p:txBody>
      </p:sp>
      <p:sp>
        <p:nvSpPr>
          <p:cNvPr id="4" name="文字版面配置區 3">
            <a:extLst>
              <a:ext uri="{FF2B5EF4-FFF2-40B4-BE49-F238E27FC236}">
                <a16:creationId xmlns:a16="http://schemas.microsoft.com/office/drawing/2014/main" xmlns="" id="{21F8F535-A0F4-2D46-182A-25597C2F48AA}"/>
              </a:ext>
            </a:extLst>
          </p:cNvPr>
          <p:cNvSpPr>
            <a:spLocks noGrp="1"/>
          </p:cNvSpPr>
          <p:nvPr>
            <p:ph type="body" sz="quarter" idx="17"/>
          </p:nvPr>
        </p:nvSpPr>
        <p:spPr/>
        <p:txBody>
          <a:bodyPr/>
          <a:lstStyle/>
          <a:p>
            <a:pPr lvl="0"/>
            <a:r>
              <a:rPr kumimoji="1" lang="en-US" altLang="zh-TW" b="1" dirty="0">
                <a:latin typeface="微軟正黑體" panose="020B0604030504040204" pitchFamily="34" charset="-120"/>
              </a:rPr>
              <a:t>DIGITIMES</a:t>
            </a:r>
            <a:r>
              <a:rPr kumimoji="1" lang="zh-TW" altLang="en-US" b="1" dirty="0">
                <a:latin typeface="微軟正黑體" panose="020B0604030504040204" pitchFamily="34" charset="-120"/>
              </a:rPr>
              <a:t>／資深分析師</a:t>
            </a:r>
          </a:p>
        </p:txBody>
      </p:sp>
    </p:spTree>
    <p:extLst>
      <p:ext uri="{BB962C8B-B14F-4D97-AF65-F5344CB8AC3E}">
        <p14:creationId xmlns:p14="http://schemas.microsoft.com/office/powerpoint/2010/main" val="5206892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B47539F-67ED-A1E6-D306-8C0941D456EB}"/>
            </a:ext>
          </a:extLst>
        </p:cNvPr>
        <p:cNvGrpSpPr/>
        <p:nvPr/>
      </p:nvGrpSpPr>
      <p:grpSpPr>
        <a:xfrm>
          <a:off x="0" y="0"/>
          <a:ext cx="0" cy="0"/>
          <a:chOff x="0" y="0"/>
          <a:chExt cx="0" cy="0"/>
        </a:xfrm>
      </p:grpSpPr>
      <p:sp>
        <p:nvSpPr>
          <p:cNvPr id="11" name="文字版面配置區 10">
            <a:extLst>
              <a:ext uri="{FF2B5EF4-FFF2-40B4-BE49-F238E27FC236}">
                <a16:creationId xmlns:a16="http://schemas.microsoft.com/office/drawing/2014/main" xmlns="" id="{32B0783A-2975-A3B7-16B5-F76265771696}"/>
              </a:ext>
            </a:extLst>
          </p:cNvPr>
          <p:cNvSpPr>
            <a:spLocks noGrp="1"/>
          </p:cNvSpPr>
          <p:nvPr>
            <p:ph type="body" sz="quarter" idx="13"/>
          </p:nvPr>
        </p:nvSpPr>
        <p:spPr>
          <a:xfrm>
            <a:off x="331718" y="3762159"/>
            <a:ext cx="7611204" cy="1084522"/>
          </a:xfrm>
        </p:spPr>
        <p:txBody>
          <a:bodyPr>
            <a:noAutofit/>
          </a:bodyPr>
          <a:lstStyle/>
          <a:p>
            <a:r>
              <a:rPr lang="zh-TW" altLang="en-US" dirty="0">
                <a:solidFill>
                  <a:schemeClr val="bg1"/>
                </a:solidFill>
                <a:latin typeface="微軟正黑體" panose="020B0604030504040204" pitchFamily="34" charset="-120"/>
              </a:rPr>
              <a:t>寧德時代營運表現與全球化布局</a:t>
            </a:r>
          </a:p>
        </p:txBody>
      </p:sp>
    </p:spTree>
    <p:extLst>
      <p:ext uri="{BB962C8B-B14F-4D97-AF65-F5344CB8AC3E}">
        <p14:creationId xmlns:p14="http://schemas.microsoft.com/office/powerpoint/2010/main" val="4085954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FE7BC68-551E-981D-BA37-FD7D718636D0}"/>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xmlns="" id="{8FBB1A42-A0F8-4689-4034-8B7697EA4754}"/>
              </a:ext>
            </a:extLst>
          </p:cNvPr>
          <p:cNvSpPr>
            <a:spLocks noGrp="1"/>
          </p:cNvSpPr>
          <p:nvPr>
            <p:ph type="title"/>
          </p:nvPr>
        </p:nvSpPr>
        <p:spPr>
          <a:xfrm>
            <a:off x="641444" y="287344"/>
            <a:ext cx="11340000" cy="676866"/>
          </a:xfrm>
        </p:spPr>
        <p:txBody>
          <a:bodyPr/>
          <a:lstStyle/>
          <a:p>
            <a:r>
              <a:rPr lang="zh-TW" altLang="en-US" dirty="0"/>
              <a:t>寧德時代營收結構以動力電池為核心　佔比維持約</a:t>
            </a:r>
            <a:r>
              <a:rPr lang="en-US" altLang="zh-TW" dirty="0"/>
              <a:t>7</a:t>
            </a:r>
            <a:r>
              <a:rPr lang="zh-TW" altLang="en-US" dirty="0"/>
              <a:t>成</a:t>
            </a:r>
          </a:p>
        </p:txBody>
      </p:sp>
      <p:sp>
        <p:nvSpPr>
          <p:cNvPr id="4" name="文字版面配置區 3">
            <a:extLst>
              <a:ext uri="{FF2B5EF4-FFF2-40B4-BE49-F238E27FC236}">
                <a16:creationId xmlns:a16="http://schemas.microsoft.com/office/drawing/2014/main" xmlns="" id="{871F7DA0-BB79-1A53-8482-1869C9E739B7}"/>
              </a:ext>
            </a:extLst>
          </p:cNvPr>
          <p:cNvSpPr>
            <a:spLocks noGrp="1"/>
          </p:cNvSpPr>
          <p:nvPr>
            <p:ph type="body" sz="quarter" idx="10"/>
          </p:nvPr>
        </p:nvSpPr>
        <p:spPr/>
        <p:txBody>
          <a:bodyPr/>
          <a:lstStyle/>
          <a:p>
            <a:pPr marL="0" marR="0" lvl="0" indent="0" algn="l" defTabSz="914400" rtl="0" eaLnBrk="1" fontAlgn="base" latinLnBrk="0" hangingPunct="1">
              <a:lnSpc>
                <a:spcPct val="90000"/>
              </a:lnSpc>
              <a:spcBef>
                <a:spcPts val="1000"/>
              </a:spcBef>
              <a:spcAft>
                <a:spcPct val="0"/>
              </a:spcAft>
              <a:buClrTx/>
              <a:buSzTx/>
              <a:buFont typeface="Arial" panose="020B0604020202020204" pitchFamily="34" charset="0"/>
              <a:buNone/>
              <a:tabLst/>
              <a:defRPr/>
            </a:pPr>
            <a:r>
              <a:rPr kumimoji="0" lang="zh-TW" altLang="en-US" sz="1400" b="1" i="0" u="none" strike="noStrike" kern="1200" cap="none" spc="0" normalizeH="0" baseline="0" noProof="0" dirty="0">
                <a:ln>
                  <a:noFill/>
                </a:ln>
                <a:solidFill>
                  <a:srgbClr val="262626"/>
                </a:solidFill>
                <a:effectLst/>
                <a:uLnTx/>
                <a:uFillTx/>
                <a:latin typeface="微軟正黑體" panose="020B0604030504040204" pitchFamily="34" charset="-120"/>
              </a:rPr>
              <a:t>資料來源：寧德時代，</a:t>
            </a:r>
            <a:r>
              <a:rPr kumimoji="0" lang="en-US" altLang="zh-TW" sz="1400" b="1" i="0" u="none" strike="noStrike" kern="1200" cap="none" spc="0" normalizeH="0" baseline="0" noProof="0" dirty="0">
                <a:ln>
                  <a:noFill/>
                </a:ln>
                <a:solidFill>
                  <a:srgbClr val="262626"/>
                </a:solidFill>
                <a:effectLst/>
                <a:uLnTx/>
                <a:uFillTx/>
                <a:latin typeface="微軟正黑體" panose="020B0604030504040204" pitchFamily="34" charset="-120"/>
              </a:rPr>
              <a:t>DIGITIMES</a:t>
            </a:r>
            <a:r>
              <a:rPr kumimoji="0" lang="zh-TW" altLang="en-US" sz="1400" b="1" i="0" u="none" strike="noStrike" kern="1200" cap="none" spc="0" normalizeH="0" baseline="0" noProof="0" dirty="0">
                <a:ln>
                  <a:noFill/>
                </a:ln>
                <a:solidFill>
                  <a:srgbClr val="262626"/>
                </a:solidFill>
                <a:effectLst/>
                <a:uLnTx/>
                <a:uFillTx/>
                <a:latin typeface="微軟正黑體" panose="020B0604030504040204" pitchFamily="34" charset="-120"/>
              </a:rPr>
              <a:t>整理，</a:t>
            </a:r>
            <a:r>
              <a:rPr kumimoji="0" lang="en-US" altLang="zh-TW" sz="1400" b="1" i="0" u="none" strike="noStrike" kern="1200" cap="none" spc="0" normalizeH="0" baseline="0" noProof="0" dirty="0">
                <a:ln>
                  <a:noFill/>
                </a:ln>
                <a:solidFill>
                  <a:srgbClr val="262626"/>
                </a:solidFill>
                <a:effectLst/>
                <a:uLnTx/>
                <a:uFillTx/>
                <a:latin typeface="微軟正黑體" panose="020B0604030504040204" pitchFamily="34" charset="-120"/>
              </a:rPr>
              <a:t>2026/6</a:t>
            </a:r>
            <a:endParaRPr kumimoji="0" lang="zh-TW" altLang="en-US" sz="1400" b="1" i="0" u="none" strike="noStrike" kern="1200" cap="none" spc="0" normalizeH="0" baseline="0" noProof="0" dirty="0">
              <a:ln>
                <a:noFill/>
              </a:ln>
              <a:solidFill>
                <a:srgbClr val="262626"/>
              </a:solidFill>
              <a:effectLst/>
              <a:uLnTx/>
              <a:uFillTx/>
              <a:latin typeface="微軟正黑體" panose="020B0604030504040204" pitchFamily="34" charset="-120"/>
            </a:endParaRPr>
          </a:p>
        </p:txBody>
      </p:sp>
      <p:sp>
        <p:nvSpPr>
          <p:cNvPr id="6" name="文字方塊 5">
            <a:extLst>
              <a:ext uri="{FF2B5EF4-FFF2-40B4-BE49-F238E27FC236}">
                <a16:creationId xmlns:a16="http://schemas.microsoft.com/office/drawing/2014/main" xmlns="" id="{786A9436-3E02-62D0-CA01-F0DF215A3CCE}"/>
              </a:ext>
            </a:extLst>
          </p:cNvPr>
          <p:cNvSpPr txBox="1"/>
          <p:nvPr/>
        </p:nvSpPr>
        <p:spPr>
          <a:xfrm>
            <a:off x="2570922" y="1336840"/>
            <a:ext cx="8591028" cy="430887"/>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TW"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2020~2025</a:t>
            </a:r>
            <a:r>
              <a:rPr kumimoji="0" lang="zh-TW"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年寧德時代總營收、動力電池營收與營收佔比變化</a:t>
            </a:r>
          </a:p>
        </p:txBody>
      </p:sp>
      <p:sp>
        <p:nvSpPr>
          <p:cNvPr id="7" name="文字方塊 6">
            <a:extLst>
              <a:ext uri="{FF2B5EF4-FFF2-40B4-BE49-F238E27FC236}">
                <a16:creationId xmlns:a16="http://schemas.microsoft.com/office/drawing/2014/main" xmlns="" id="{B98AA6DE-CE52-C3A4-65CA-0BBD84B975D4}"/>
              </a:ext>
            </a:extLst>
          </p:cNvPr>
          <p:cNvSpPr txBox="1"/>
          <p:nvPr/>
        </p:nvSpPr>
        <p:spPr>
          <a:xfrm>
            <a:off x="395223" y="1767727"/>
            <a:ext cx="492443" cy="2861554"/>
          </a:xfrm>
          <a:prstGeom prst="rect">
            <a:avLst/>
          </a:prstGeom>
          <a:noFill/>
        </p:spPr>
        <p:txBody>
          <a:bodyPr vert="eaVert"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TW" altLang="en-US" sz="20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單位：人民幣百萬元</a:t>
            </a:r>
          </a:p>
        </p:txBody>
      </p:sp>
      <p:sp>
        <p:nvSpPr>
          <p:cNvPr id="8" name="文字方塊 7">
            <a:extLst>
              <a:ext uri="{FF2B5EF4-FFF2-40B4-BE49-F238E27FC236}">
                <a16:creationId xmlns:a16="http://schemas.microsoft.com/office/drawing/2014/main" xmlns="" id="{3067EAC1-D057-87C0-D2D8-25DEB4C87ADB}"/>
              </a:ext>
            </a:extLst>
          </p:cNvPr>
          <p:cNvSpPr txBox="1"/>
          <p:nvPr/>
        </p:nvSpPr>
        <p:spPr>
          <a:xfrm>
            <a:off x="3075412" y="3940585"/>
            <a:ext cx="1166192" cy="369332"/>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TW" sz="1800" b="1" i="0" u="none" strike="noStrike" kern="1200" cap="none" spc="0" normalizeH="0" baseline="0" noProof="0" dirty="0">
                <a:ln>
                  <a:noFill/>
                </a:ln>
                <a:solidFill>
                  <a:srgbClr val="005392"/>
                </a:solidFill>
                <a:effectLst/>
                <a:uLnTx/>
                <a:uFillTx/>
                <a:latin typeface="Calibri" panose="020F0502020204030204" pitchFamily="34" charset="0"/>
                <a:ea typeface="新細明體" panose="02020500000000000000" pitchFamily="18" charset="-120"/>
                <a:cs typeface="+mn-cs"/>
              </a:rPr>
              <a:t>YoY=2%</a:t>
            </a:r>
            <a:endParaRPr kumimoji="0" lang="zh-TW" altLang="en-US" sz="1800" b="1" i="0" u="none" strike="noStrike" kern="1200" cap="none" spc="0" normalizeH="0" baseline="0" noProof="0" dirty="0">
              <a:ln>
                <a:noFill/>
              </a:ln>
              <a:solidFill>
                <a:srgbClr val="005392"/>
              </a:solidFill>
              <a:effectLst/>
              <a:uLnTx/>
              <a:uFillTx/>
              <a:latin typeface="Calibri" panose="020F0502020204030204" pitchFamily="34" charset="0"/>
              <a:ea typeface="新細明體" panose="02020500000000000000" pitchFamily="18" charset="-120"/>
              <a:cs typeface="+mn-cs"/>
            </a:endParaRPr>
          </a:p>
        </p:txBody>
      </p:sp>
      <p:sp>
        <p:nvSpPr>
          <p:cNvPr id="9" name="文字方塊 8">
            <a:extLst>
              <a:ext uri="{FF2B5EF4-FFF2-40B4-BE49-F238E27FC236}">
                <a16:creationId xmlns:a16="http://schemas.microsoft.com/office/drawing/2014/main" xmlns="" id="{DDFC0C38-31A5-DA88-88E8-4333E201799C}"/>
              </a:ext>
            </a:extLst>
          </p:cNvPr>
          <p:cNvSpPr txBox="1"/>
          <p:nvPr/>
        </p:nvSpPr>
        <p:spPr>
          <a:xfrm>
            <a:off x="4574738" y="3655333"/>
            <a:ext cx="1166192" cy="369332"/>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TW" sz="1800" b="1" i="0" u="none" strike="noStrike" kern="1200" cap="none" spc="0" normalizeH="0" baseline="0" noProof="0" dirty="0">
                <a:ln>
                  <a:noFill/>
                </a:ln>
                <a:solidFill>
                  <a:srgbClr val="005392"/>
                </a:solidFill>
                <a:effectLst/>
                <a:uLnTx/>
                <a:uFillTx/>
                <a:latin typeface="Calibri" panose="020F0502020204030204" pitchFamily="34" charset="0"/>
                <a:ea typeface="新細明體" panose="02020500000000000000" pitchFamily="18" charset="-120"/>
                <a:cs typeface="+mn-cs"/>
              </a:rPr>
              <a:t>YoY=132%</a:t>
            </a:r>
            <a:endParaRPr kumimoji="0" lang="zh-TW" altLang="en-US" sz="1800" b="1" i="0" u="none" strike="noStrike" kern="1200" cap="none" spc="0" normalizeH="0" baseline="0" noProof="0" dirty="0">
              <a:ln>
                <a:noFill/>
              </a:ln>
              <a:solidFill>
                <a:srgbClr val="005392"/>
              </a:solidFill>
              <a:effectLst/>
              <a:uLnTx/>
              <a:uFillTx/>
              <a:latin typeface="Calibri" panose="020F0502020204030204" pitchFamily="34" charset="0"/>
              <a:ea typeface="新細明體" panose="02020500000000000000" pitchFamily="18" charset="-120"/>
              <a:cs typeface="+mn-cs"/>
            </a:endParaRPr>
          </a:p>
        </p:txBody>
      </p:sp>
      <p:sp>
        <p:nvSpPr>
          <p:cNvPr id="10" name="文字方塊 9">
            <a:extLst>
              <a:ext uri="{FF2B5EF4-FFF2-40B4-BE49-F238E27FC236}">
                <a16:creationId xmlns:a16="http://schemas.microsoft.com/office/drawing/2014/main" xmlns="" id="{7460A4FB-63D7-43E7-A7E9-01E6A3428843}"/>
              </a:ext>
            </a:extLst>
          </p:cNvPr>
          <p:cNvSpPr txBox="1"/>
          <p:nvPr/>
        </p:nvSpPr>
        <p:spPr>
          <a:xfrm>
            <a:off x="6005934" y="2800329"/>
            <a:ext cx="1166192" cy="369332"/>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TW" sz="1800" b="1" i="0" u="none" strike="noStrike" kern="1200" cap="none" spc="0" normalizeH="0" baseline="0" noProof="0" dirty="0">
                <a:ln>
                  <a:noFill/>
                </a:ln>
                <a:solidFill>
                  <a:srgbClr val="005392"/>
                </a:solidFill>
                <a:effectLst/>
                <a:uLnTx/>
                <a:uFillTx/>
                <a:latin typeface="Calibri" panose="020F0502020204030204" pitchFamily="34" charset="0"/>
                <a:ea typeface="新細明體" panose="02020500000000000000" pitchFamily="18" charset="-120"/>
                <a:cs typeface="+mn-cs"/>
              </a:rPr>
              <a:t>YoY=159%</a:t>
            </a:r>
            <a:endParaRPr kumimoji="0" lang="zh-TW" altLang="en-US" sz="1800" b="1" i="0" u="none" strike="noStrike" kern="1200" cap="none" spc="0" normalizeH="0" baseline="0" noProof="0" dirty="0">
              <a:ln>
                <a:noFill/>
              </a:ln>
              <a:solidFill>
                <a:srgbClr val="005392"/>
              </a:solidFill>
              <a:effectLst/>
              <a:uLnTx/>
              <a:uFillTx/>
              <a:latin typeface="Calibri" panose="020F0502020204030204" pitchFamily="34" charset="0"/>
              <a:ea typeface="新細明體" panose="02020500000000000000" pitchFamily="18" charset="-120"/>
              <a:cs typeface="+mn-cs"/>
            </a:endParaRPr>
          </a:p>
        </p:txBody>
      </p:sp>
      <p:sp>
        <p:nvSpPr>
          <p:cNvPr id="11" name="文字方塊 10">
            <a:extLst>
              <a:ext uri="{FF2B5EF4-FFF2-40B4-BE49-F238E27FC236}">
                <a16:creationId xmlns:a16="http://schemas.microsoft.com/office/drawing/2014/main" xmlns="" id="{C0418393-5077-56B8-A7EC-70CFA5FC7D96}"/>
              </a:ext>
            </a:extLst>
          </p:cNvPr>
          <p:cNvSpPr txBox="1"/>
          <p:nvPr/>
        </p:nvSpPr>
        <p:spPr>
          <a:xfrm>
            <a:off x="7439087" y="2537173"/>
            <a:ext cx="1166192" cy="369332"/>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TW" sz="1800" b="1" i="0" u="none" strike="noStrike" kern="1200" cap="none" spc="0" normalizeH="0" baseline="0" noProof="0" dirty="0">
                <a:ln>
                  <a:noFill/>
                </a:ln>
                <a:solidFill>
                  <a:srgbClr val="005392"/>
                </a:solidFill>
                <a:effectLst/>
                <a:uLnTx/>
                <a:uFillTx/>
                <a:latin typeface="Calibri" panose="020F0502020204030204" pitchFamily="34" charset="0"/>
                <a:ea typeface="新細明體" panose="02020500000000000000" pitchFamily="18" charset="-120"/>
                <a:cs typeface="+mn-cs"/>
              </a:rPr>
              <a:t>YoY=21%</a:t>
            </a:r>
            <a:endParaRPr kumimoji="0" lang="zh-TW" altLang="en-US" sz="1800" b="1" i="0" u="none" strike="noStrike" kern="1200" cap="none" spc="0" normalizeH="0" baseline="0" noProof="0" dirty="0">
              <a:ln>
                <a:noFill/>
              </a:ln>
              <a:solidFill>
                <a:srgbClr val="005392"/>
              </a:solidFill>
              <a:effectLst/>
              <a:uLnTx/>
              <a:uFillTx/>
              <a:latin typeface="Calibri" panose="020F0502020204030204" pitchFamily="34" charset="0"/>
              <a:ea typeface="新細明體" panose="02020500000000000000" pitchFamily="18" charset="-120"/>
              <a:cs typeface="+mn-cs"/>
            </a:endParaRPr>
          </a:p>
        </p:txBody>
      </p:sp>
      <p:sp>
        <p:nvSpPr>
          <p:cNvPr id="12" name="文字方塊 11">
            <a:extLst>
              <a:ext uri="{FF2B5EF4-FFF2-40B4-BE49-F238E27FC236}">
                <a16:creationId xmlns:a16="http://schemas.microsoft.com/office/drawing/2014/main" xmlns="" id="{CA285240-5E64-40E6-DC6A-B477D77A5732}"/>
              </a:ext>
            </a:extLst>
          </p:cNvPr>
          <p:cNvSpPr txBox="1"/>
          <p:nvPr/>
        </p:nvSpPr>
        <p:spPr>
          <a:xfrm>
            <a:off x="8918990" y="2721839"/>
            <a:ext cx="1166192" cy="369332"/>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TW" sz="1800" b="1" i="0" u="none" strike="noStrike" kern="1200" cap="none" spc="0" normalizeH="0" baseline="0" noProof="0" dirty="0">
                <a:ln>
                  <a:noFill/>
                </a:ln>
                <a:solidFill>
                  <a:srgbClr val="005392"/>
                </a:solidFill>
                <a:effectLst/>
                <a:uLnTx/>
                <a:uFillTx/>
                <a:latin typeface="Calibri" panose="020F0502020204030204" pitchFamily="34" charset="0"/>
                <a:ea typeface="新細明體" panose="02020500000000000000" pitchFamily="18" charset="-120"/>
                <a:cs typeface="+mn-cs"/>
              </a:rPr>
              <a:t>YoY=-11%</a:t>
            </a:r>
            <a:endParaRPr kumimoji="0" lang="zh-TW" altLang="en-US" sz="1800" b="1" i="0" u="none" strike="noStrike" kern="1200" cap="none" spc="0" normalizeH="0" baseline="0" noProof="0" dirty="0">
              <a:ln>
                <a:noFill/>
              </a:ln>
              <a:solidFill>
                <a:srgbClr val="005392"/>
              </a:solidFill>
              <a:effectLst/>
              <a:uLnTx/>
              <a:uFillTx/>
              <a:latin typeface="Calibri" panose="020F0502020204030204" pitchFamily="34" charset="0"/>
              <a:ea typeface="新細明體" panose="02020500000000000000" pitchFamily="18" charset="-120"/>
              <a:cs typeface="+mn-cs"/>
            </a:endParaRPr>
          </a:p>
        </p:txBody>
      </p:sp>
      <p:sp>
        <p:nvSpPr>
          <p:cNvPr id="13" name="文字方塊 12">
            <a:extLst>
              <a:ext uri="{FF2B5EF4-FFF2-40B4-BE49-F238E27FC236}">
                <a16:creationId xmlns:a16="http://schemas.microsoft.com/office/drawing/2014/main" xmlns="" id="{1AB69A03-107D-1858-4D13-DD3730E7C70C}"/>
              </a:ext>
            </a:extLst>
          </p:cNvPr>
          <p:cNvSpPr txBox="1"/>
          <p:nvPr/>
        </p:nvSpPr>
        <p:spPr>
          <a:xfrm>
            <a:off x="10398893" y="2342198"/>
            <a:ext cx="1166192" cy="369332"/>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TW" sz="1800" b="1" i="0" u="none" strike="noStrike" kern="1200" cap="none" spc="0" normalizeH="0" baseline="0" noProof="0" dirty="0">
                <a:ln>
                  <a:noFill/>
                </a:ln>
                <a:solidFill>
                  <a:srgbClr val="005392"/>
                </a:solidFill>
                <a:effectLst/>
                <a:uLnTx/>
                <a:uFillTx/>
                <a:latin typeface="Calibri" panose="020F0502020204030204" pitchFamily="34" charset="0"/>
                <a:ea typeface="新細明體" panose="02020500000000000000" pitchFamily="18" charset="-120"/>
                <a:cs typeface="+mn-cs"/>
              </a:rPr>
              <a:t>YoY=25%</a:t>
            </a:r>
            <a:endParaRPr kumimoji="0" lang="zh-TW" altLang="en-US" sz="1800" b="1" i="0" u="none" strike="noStrike" kern="1200" cap="none" spc="0" normalizeH="0" baseline="0" noProof="0" dirty="0">
              <a:ln>
                <a:noFill/>
              </a:ln>
              <a:solidFill>
                <a:srgbClr val="005392"/>
              </a:solidFill>
              <a:effectLst/>
              <a:uLnTx/>
              <a:uFillTx/>
              <a:latin typeface="Calibri" panose="020F0502020204030204" pitchFamily="34" charset="0"/>
              <a:ea typeface="新細明體" panose="02020500000000000000" pitchFamily="18" charset="-120"/>
              <a:cs typeface="+mn-cs"/>
            </a:endParaRPr>
          </a:p>
        </p:txBody>
      </p:sp>
      <p:graphicFrame>
        <p:nvGraphicFramePr>
          <p:cNvPr id="15" name="圖表 14">
            <a:extLst>
              <a:ext uri="{FF2B5EF4-FFF2-40B4-BE49-F238E27FC236}">
                <a16:creationId xmlns:a16="http://schemas.microsoft.com/office/drawing/2014/main" xmlns="" id="{5B8F90B5-990B-6A2F-B7A4-E5EF07B9E957}"/>
              </a:ext>
            </a:extLst>
          </p:cNvPr>
          <p:cNvGraphicFramePr/>
          <p:nvPr>
            <p:extLst>
              <p:ext uri="{D42A27DB-BD31-4B8C-83A1-F6EECF244321}">
                <p14:modId xmlns:p14="http://schemas.microsoft.com/office/powerpoint/2010/main" val="411119633"/>
              </p:ext>
            </p:extLst>
          </p:nvPr>
        </p:nvGraphicFramePr>
        <p:xfrm>
          <a:off x="-122829" y="1767727"/>
          <a:ext cx="12215486" cy="471244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255034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DDA54022-2EEC-A291-2357-1ADC6DA2A215}"/>
              </a:ext>
            </a:extLst>
          </p:cNvPr>
          <p:cNvSpPr>
            <a:spLocks noGrp="1"/>
          </p:cNvSpPr>
          <p:nvPr>
            <p:ph type="title"/>
          </p:nvPr>
        </p:nvSpPr>
        <p:spPr>
          <a:xfrm>
            <a:off x="641445" y="27098"/>
            <a:ext cx="11340000" cy="676866"/>
          </a:xfrm>
        </p:spPr>
        <p:txBody>
          <a:bodyPr/>
          <a:lstStyle/>
          <a:p>
            <a:r>
              <a:rPr lang="zh-TW" altLang="en-US" dirty="0"/>
              <a:t>寧德時代動力電池銷量持續擴大</a:t>
            </a:r>
            <a:r>
              <a:rPr lang="en-US" altLang="zh-TW" dirty="0"/>
              <a:t/>
            </a:r>
            <a:br>
              <a:rPr lang="en-US" altLang="zh-TW" dirty="0"/>
            </a:br>
            <a:r>
              <a:rPr lang="zh-TW" altLang="en-US" dirty="0"/>
              <a:t>均價下滑壓力下、毛利率維持約</a:t>
            </a:r>
            <a:r>
              <a:rPr lang="en-US" altLang="zh-TW" dirty="0"/>
              <a:t>24%</a:t>
            </a:r>
            <a:endParaRPr lang="zh-TW" altLang="en-US" dirty="0"/>
          </a:p>
        </p:txBody>
      </p:sp>
      <p:sp>
        <p:nvSpPr>
          <p:cNvPr id="4" name="文字版面配置區 3">
            <a:extLst>
              <a:ext uri="{FF2B5EF4-FFF2-40B4-BE49-F238E27FC236}">
                <a16:creationId xmlns:a16="http://schemas.microsoft.com/office/drawing/2014/main" xmlns="" id="{881F9FF3-51A5-C95C-7231-6BAEB5B1D220}"/>
              </a:ext>
            </a:extLst>
          </p:cNvPr>
          <p:cNvSpPr>
            <a:spLocks noGrp="1"/>
          </p:cNvSpPr>
          <p:nvPr>
            <p:ph type="body" sz="quarter" idx="10"/>
          </p:nvPr>
        </p:nvSpPr>
        <p:spPr/>
        <p:txBody>
          <a:bodyPr/>
          <a:lstStyle/>
          <a:p>
            <a:r>
              <a:rPr lang="zh-TW" altLang="en-US" dirty="0">
                <a:latin typeface="微軟正黑體" panose="020B0604030504040204" pitchFamily="34" charset="-120"/>
              </a:rPr>
              <a:t>資料來源：寧德時代，</a:t>
            </a:r>
            <a:r>
              <a:rPr lang="en-US" altLang="zh-TW" dirty="0">
                <a:latin typeface="微軟正黑體" panose="020B0604030504040204" pitchFamily="34" charset="-120"/>
              </a:rPr>
              <a:t>DIGITIMES</a:t>
            </a:r>
            <a:r>
              <a:rPr lang="zh-TW" altLang="en-US" dirty="0">
                <a:latin typeface="微軟正黑體" panose="020B0604030504040204" pitchFamily="34" charset="-120"/>
              </a:rPr>
              <a:t>整理，</a:t>
            </a:r>
            <a:r>
              <a:rPr lang="en-US" altLang="zh-TW" dirty="0">
                <a:latin typeface="微軟正黑體" panose="020B0604030504040204" pitchFamily="34" charset="-120"/>
              </a:rPr>
              <a:t>2026/6</a:t>
            </a:r>
          </a:p>
        </p:txBody>
      </p:sp>
      <p:sp>
        <p:nvSpPr>
          <p:cNvPr id="9" name="文字方塊 8">
            <a:extLst>
              <a:ext uri="{FF2B5EF4-FFF2-40B4-BE49-F238E27FC236}">
                <a16:creationId xmlns:a16="http://schemas.microsoft.com/office/drawing/2014/main" xmlns="" id="{DA214B80-67DE-8D0C-6925-65F53308C3F9}"/>
              </a:ext>
            </a:extLst>
          </p:cNvPr>
          <p:cNvSpPr txBox="1"/>
          <p:nvPr/>
        </p:nvSpPr>
        <p:spPr>
          <a:xfrm>
            <a:off x="1168168" y="1155287"/>
            <a:ext cx="9855664" cy="430887"/>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TW"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2020~2025</a:t>
            </a:r>
            <a:r>
              <a:rPr kumimoji="0" lang="zh-TW" altLang="en-US" sz="22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年寧德時代動力電池量價與獲利表現</a:t>
            </a:r>
          </a:p>
        </p:txBody>
      </p:sp>
      <p:graphicFrame>
        <p:nvGraphicFramePr>
          <p:cNvPr id="12" name="圖表 11">
            <a:extLst>
              <a:ext uri="{FF2B5EF4-FFF2-40B4-BE49-F238E27FC236}">
                <a16:creationId xmlns:a16="http://schemas.microsoft.com/office/drawing/2014/main" xmlns="" id="{114901B6-C8B6-357B-406A-44DBB004A4E2}"/>
              </a:ext>
            </a:extLst>
          </p:cNvPr>
          <p:cNvGraphicFramePr/>
          <p:nvPr>
            <p:extLst>
              <p:ext uri="{D42A27DB-BD31-4B8C-83A1-F6EECF244321}">
                <p14:modId xmlns:p14="http://schemas.microsoft.com/office/powerpoint/2010/main" val="3930618896"/>
              </p:ext>
            </p:extLst>
          </p:nvPr>
        </p:nvGraphicFramePr>
        <p:xfrm>
          <a:off x="831012" y="1548597"/>
          <a:ext cx="10925299" cy="383624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3" name="Table 5">
            <a:extLst>
              <a:ext uri="{FF2B5EF4-FFF2-40B4-BE49-F238E27FC236}">
                <a16:creationId xmlns:a16="http://schemas.microsoft.com/office/drawing/2014/main" xmlns="" id="{73E9AF43-6377-E6BD-2357-4C718EF25F4A}"/>
              </a:ext>
            </a:extLst>
          </p:cNvPr>
          <p:cNvGraphicFramePr/>
          <p:nvPr>
            <p:extLst>
              <p:ext uri="{D42A27DB-BD31-4B8C-83A1-F6EECF244321}">
                <p14:modId xmlns:p14="http://schemas.microsoft.com/office/powerpoint/2010/main" val="3280389688"/>
              </p:ext>
            </p:extLst>
          </p:nvPr>
        </p:nvGraphicFramePr>
        <p:xfrm>
          <a:off x="189567" y="5284388"/>
          <a:ext cx="10625578" cy="1188720"/>
        </p:xfrm>
        <a:graphic>
          <a:graphicData uri="http://schemas.openxmlformats.org/drawingml/2006/table">
            <a:tbl>
              <a:tblPr/>
              <a:tblGrid>
                <a:gridCol w="1513109">
                  <a:extLst>
                    <a:ext uri="{9D8B030D-6E8A-4147-A177-3AD203B41FA5}">
                      <a16:colId xmlns:a16="http://schemas.microsoft.com/office/drawing/2014/main" xmlns="" val="20000"/>
                    </a:ext>
                  </a:extLst>
                </a:gridCol>
                <a:gridCol w="1531174">
                  <a:extLst>
                    <a:ext uri="{9D8B030D-6E8A-4147-A177-3AD203B41FA5}">
                      <a16:colId xmlns:a16="http://schemas.microsoft.com/office/drawing/2014/main" xmlns="" val="20001"/>
                    </a:ext>
                  </a:extLst>
                </a:gridCol>
                <a:gridCol w="1480040">
                  <a:extLst>
                    <a:ext uri="{9D8B030D-6E8A-4147-A177-3AD203B41FA5}">
                      <a16:colId xmlns:a16="http://schemas.microsoft.com/office/drawing/2014/main" xmlns="" val="20002"/>
                    </a:ext>
                  </a:extLst>
                </a:gridCol>
                <a:gridCol w="1537138">
                  <a:extLst>
                    <a:ext uri="{9D8B030D-6E8A-4147-A177-3AD203B41FA5}">
                      <a16:colId xmlns:a16="http://schemas.microsoft.com/office/drawing/2014/main" xmlns="" val="20003"/>
                    </a:ext>
                  </a:extLst>
                </a:gridCol>
                <a:gridCol w="1529255">
                  <a:extLst>
                    <a:ext uri="{9D8B030D-6E8A-4147-A177-3AD203B41FA5}">
                      <a16:colId xmlns:a16="http://schemas.microsoft.com/office/drawing/2014/main" xmlns="" val="20004"/>
                    </a:ext>
                  </a:extLst>
                </a:gridCol>
                <a:gridCol w="1529255">
                  <a:extLst>
                    <a:ext uri="{9D8B030D-6E8A-4147-A177-3AD203B41FA5}">
                      <a16:colId xmlns:a16="http://schemas.microsoft.com/office/drawing/2014/main" xmlns="" val="20005"/>
                    </a:ext>
                  </a:extLst>
                </a:gridCol>
                <a:gridCol w="1505607">
                  <a:extLst>
                    <a:ext uri="{9D8B030D-6E8A-4147-A177-3AD203B41FA5}">
                      <a16:colId xmlns:a16="http://schemas.microsoft.com/office/drawing/2014/main" xmlns="" val="20006"/>
                    </a:ext>
                  </a:extLst>
                </a:gridCol>
              </a:tblGrid>
              <a:tr h="327532">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defTabSz="457200">
                        <a:lnSpc>
                          <a:spcPct val="100000"/>
                        </a:lnSpc>
                      </a:pPr>
                      <a:r>
                        <a:rPr lang="zh-CN" sz="2000" b="1" strike="noStrike" spc="-1" dirty="0">
                          <a:solidFill>
                            <a:srgbClr val="FFFFFF"/>
                          </a:solidFill>
                          <a:latin typeface="微軟正黑體" panose="020B0604030504040204" pitchFamily="34" charset="-120"/>
                          <a:ea typeface="微軟正黑體" panose="020B0604030504040204" pitchFamily="34" charset="-120"/>
                        </a:rPr>
                        <a:t>指標</a:t>
                      </a:r>
                      <a:endParaRPr lang="en-US" sz="2000" b="1" strike="noStrike" spc="-1" dirty="0">
                        <a:solidFill>
                          <a:srgbClr val="FFFFFF"/>
                        </a:solidFill>
                        <a:latin typeface="微軟正黑體" panose="020B0604030504040204" pitchFamily="34" charset="-120"/>
                        <a:ea typeface="微軟正黑體" panose="020B0604030504040204" pitchFamily="34" charset="-120"/>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487E"/>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defTabSz="457200">
                        <a:lnSpc>
                          <a:spcPct val="100000"/>
                        </a:lnSpc>
                      </a:pPr>
                      <a:r>
                        <a:rPr lang="en-US" sz="2000" b="1" strike="noStrike" spc="-1" dirty="0">
                          <a:solidFill>
                            <a:srgbClr val="FFFFFF"/>
                          </a:solidFill>
                          <a:latin typeface="微軟正黑體" panose="020B0604030504040204" pitchFamily="34" charset="-120"/>
                          <a:ea typeface="微軟正黑體" panose="020B0604030504040204" pitchFamily="34" charset="-120"/>
                        </a:rPr>
                        <a:t>2020</a:t>
                      </a: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487E"/>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defTabSz="457200">
                        <a:lnSpc>
                          <a:spcPct val="100000"/>
                        </a:lnSpc>
                      </a:pPr>
                      <a:r>
                        <a:rPr lang="en-US" sz="2000" b="1" strike="noStrike" spc="-1" dirty="0">
                          <a:solidFill>
                            <a:srgbClr val="FFFFFF"/>
                          </a:solidFill>
                          <a:latin typeface="微軟正黑體" panose="020B0604030504040204" pitchFamily="34" charset="-120"/>
                          <a:ea typeface="微軟正黑體" panose="020B0604030504040204" pitchFamily="34" charset="-120"/>
                        </a:rPr>
                        <a:t>2021</a:t>
                      </a: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487E"/>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defTabSz="457200">
                        <a:lnSpc>
                          <a:spcPct val="100000"/>
                        </a:lnSpc>
                      </a:pPr>
                      <a:r>
                        <a:rPr lang="en-US" sz="2000" b="1" strike="noStrike" spc="-1" dirty="0">
                          <a:solidFill>
                            <a:srgbClr val="FFFFFF"/>
                          </a:solidFill>
                          <a:latin typeface="微軟正黑體" panose="020B0604030504040204" pitchFamily="34" charset="-120"/>
                          <a:ea typeface="微軟正黑體" panose="020B0604030504040204" pitchFamily="34" charset="-120"/>
                        </a:rPr>
                        <a:t>2022</a:t>
                      </a: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487E"/>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defTabSz="457200">
                        <a:lnSpc>
                          <a:spcPct val="100000"/>
                        </a:lnSpc>
                      </a:pPr>
                      <a:r>
                        <a:rPr lang="en-US" sz="2000" b="1" strike="noStrike" spc="-1">
                          <a:solidFill>
                            <a:srgbClr val="FFFFFF"/>
                          </a:solidFill>
                          <a:latin typeface="微軟正黑體" panose="020B0604030504040204" pitchFamily="34" charset="-120"/>
                          <a:ea typeface="微軟正黑體" panose="020B0604030504040204" pitchFamily="34" charset="-120"/>
                        </a:rPr>
                        <a:t>2023</a:t>
                      </a: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487E"/>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defTabSz="457200">
                        <a:lnSpc>
                          <a:spcPct val="100000"/>
                        </a:lnSpc>
                      </a:pPr>
                      <a:r>
                        <a:rPr lang="en-US" sz="2000" b="1" strike="noStrike" spc="-1">
                          <a:solidFill>
                            <a:srgbClr val="FFFFFF"/>
                          </a:solidFill>
                          <a:latin typeface="微軟正黑體" panose="020B0604030504040204" pitchFamily="34" charset="-120"/>
                          <a:ea typeface="微軟正黑體" panose="020B0604030504040204" pitchFamily="34" charset="-120"/>
                        </a:rPr>
                        <a:t>2024</a:t>
                      </a: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487E"/>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defTabSz="457200">
                        <a:lnSpc>
                          <a:spcPct val="100000"/>
                        </a:lnSpc>
                      </a:pPr>
                      <a:r>
                        <a:rPr lang="en-US" sz="2000" b="1" strike="noStrike" spc="-1" dirty="0">
                          <a:solidFill>
                            <a:srgbClr val="FFFFFF"/>
                          </a:solidFill>
                          <a:latin typeface="微軟正黑體" panose="020B0604030504040204" pitchFamily="34" charset="-120"/>
                          <a:ea typeface="微軟正黑體" panose="020B0604030504040204" pitchFamily="34" charset="-120"/>
                        </a:rPr>
                        <a:t>2025</a:t>
                      </a: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487E"/>
                    </a:solidFill>
                  </a:tcPr>
                </a:tc>
                <a:extLst>
                  <a:ext uri="{0D108BD9-81ED-4DB2-BD59-A6C34878D82A}">
                    <a16:rowId xmlns:a16="http://schemas.microsoft.com/office/drawing/2014/main" xmlns="" val="10000"/>
                  </a:ext>
                </a:extLst>
              </a:tr>
              <a:tr h="327532">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defTabSz="457200">
                        <a:lnSpc>
                          <a:spcPct val="100000"/>
                        </a:lnSpc>
                      </a:pPr>
                      <a:r>
                        <a:rPr lang="zh-CN" sz="2000" b="1" strike="noStrike" spc="-1" dirty="0">
                          <a:solidFill>
                            <a:srgbClr val="1F2937"/>
                          </a:solidFill>
                          <a:latin typeface="微軟正黑體" panose="020B0604030504040204" pitchFamily="34" charset="-120"/>
                          <a:ea typeface="微軟正黑體" panose="020B0604030504040204" pitchFamily="34" charset="-120"/>
                        </a:rPr>
                        <a:t>毛利率 </a:t>
                      </a:r>
                      <a:endParaRPr lang="en-US" sz="2000" b="1" strike="noStrike" spc="-1" dirty="0">
                        <a:solidFill>
                          <a:srgbClr val="000000"/>
                        </a:solidFill>
                        <a:latin typeface="微軟正黑體" panose="020B0604030504040204" pitchFamily="34" charset="-120"/>
                        <a:ea typeface="微軟正黑體" panose="020B0604030504040204" pitchFamily="34" charset="-120"/>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defTabSz="457200">
                        <a:lnSpc>
                          <a:spcPct val="100000"/>
                        </a:lnSpc>
                      </a:pPr>
                      <a:r>
                        <a:rPr lang="en-US" sz="2000" b="1" strike="noStrike" spc="-1" dirty="0">
                          <a:solidFill>
                            <a:srgbClr val="1F2937"/>
                          </a:solidFill>
                          <a:latin typeface="微軟正黑體" panose="020B0604030504040204" pitchFamily="34" charset="-120"/>
                          <a:ea typeface="微軟正黑體" panose="020B0604030504040204" pitchFamily="34" charset="-120"/>
                        </a:rPr>
                        <a:t>26.6%</a:t>
                      </a:r>
                      <a:endParaRPr lang="en-US" sz="2000" b="1" strike="noStrike" spc="-1" dirty="0">
                        <a:solidFill>
                          <a:srgbClr val="000000"/>
                        </a:solidFill>
                        <a:latin typeface="微軟正黑體" panose="020B0604030504040204" pitchFamily="34" charset="-120"/>
                        <a:ea typeface="微軟正黑體" panose="020B0604030504040204" pitchFamily="34" charset="-120"/>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defTabSz="457200">
                        <a:lnSpc>
                          <a:spcPct val="100000"/>
                        </a:lnSpc>
                      </a:pPr>
                      <a:r>
                        <a:rPr lang="en-US" sz="2000" b="1" strike="noStrike" spc="-1">
                          <a:solidFill>
                            <a:srgbClr val="1F2937"/>
                          </a:solidFill>
                          <a:latin typeface="微軟正黑體" panose="020B0604030504040204" pitchFamily="34" charset="-120"/>
                          <a:ea typeface="微軟正黑體" panose="020B0604030504040204" pitchFamily="34" charset="-120"/>
                        </a:rPr>
                        <a:t>22.0%</a:t>
                      </a:r>
                      <a:endParaRPr lang="en-US" sz="2000" b="1" strike="noStrike" spc="-1">
                        <a:solidFill>
                          <a:srgbClr val="000000"/>
                        </a:solidFill>
                        <a:latin typeface="微軟正黑體" panose="020B0604030504040204" pitchFamily="34" charset="-120"/>
                        <a:ea typeface="微軟正黑體" panose="020B0604030504040204" pitchFamily="34" charset="-120"/>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defTabSz="457200">
                        <a:lnSpc>
                          <a:spcPct val="100000"/>
                        </a:lnSpc>
                      </a:pPr>
                      <a:r>
                        <a:rPr lang="en-US" sz="2000" b="1" strike="noStrike" spc="-1" dirty="0">
                          <a:solidFill>
                            <a:srgbClr val="1F2937"/>
                          </a:solidFill>
                          <a:latin typeface="微軟正黑體" panose="020B0604030504040204" pitchFamily="34" charset="-120"/>
                          <a:ea typeface="微軟正黑體" panose="020B0604030504040204" pitchFamily="34" charset="-120"/>
                        </a:rPr>
                        <a:t>14.1%</a:t>
                      </a:r>
                      <a:endParaRPr lang="en-US" sz="2000" b="1" strike="noStrike" spc="-1" dirty="0">
                        <a:solidFill>
                          <a:srgbClr val="000000"/>
                        </a:solidFill>
                        <a:latin typeface="微軟正黑體" panose="020B0604030504040204" pitchFamily="34" charset="-120"/>
                        <a:ea typeface="微軟正黑體" panose="020B0604030504040204" pitchFamily="34" charset="-120"/>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defTabSz="457200">
                        <a:lnSpc>
                          <a:spcPct val="100000"/>
                        </a:lnSpc>
                      </a:pPr>
                      <a:r>
                        <a:rPr lang="en-US" sz="2000" b="1" strike="noStrike" spc="-1" dirty="0">
                          <a:solidFill>
                            <a:srgbClr val="1F2937"/>
                          </a:solidFill>
                          <a:latin typeface="微軟正黑體" panose="020B0604030504040204" pitchFamily="34" charset="-120"/>
                          <a:ea typeface="微軟正黑體" panose="020B0604030504040204" pitchFamily="34" charset="-120"/>
                        </a:rPr>
                        <a:t>18.1%</a:t>
                      </a:r>
                      <a:endParaRPr lang="en-US" sz="2000" b="1" strike="noStrike" spc="-1" dirty="0">
                        <a:solidFill>
                          <a:srgbClr val="000000"/>
                        </a:solidFill>
                        <a:latin typeface="微軟正黑體" panose="020B0604030504040204" pitchFamily="34" charset="-120"/>
                        <a:ea typeface="微軟正黑體" panose="020B0604030504040204" pitchFamily="34" charset="-120"/>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defTabSz="457200">
                        <a:lnSpc>
                          <a:spcPct val="100000"/>
                        </a:lnSpc>
                      </a:pPr>
                      <a:r>
                        <a:rPr lang="en-US" sz="2000" b="1" strike="noStrike" spc="-1" dirty="0">
                          <a:solidFill>
                            <a:srgbClr val="1F2937"/>
                          </a:solidFill>
                          <a:latin typeface="微軟正黑體" panose="020B0604030504040204" pitchFamily="34" charset="-120"/>
                          <a:ea typeface="微軟正黑體" panose="020B0604030504040204" pitchFamily="34" charset="-120"/>
                        </a:rPr>
                        <a:t>23.9%</a:t>
                      </a:r>
                      <a:endParaRPr lang="en-US" sz="2000" b="1" strike="noStrike" spc="-1" dirty="0">
                        <a:solidFill>
                          <a:srgbClr val="000000"/>
                        </a:solidFill>
                        <a:latin typeface="微軟正黑體" panose="020B0604030504040204" pitchFamily="34" charset="-120"/>
                        <a:ea typeface="微軟正黑體" panose="020B0604030504040204" pitchFamily="34" charset="-120"/>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defTabSz="457200">
                        <a:lnSpc>
                          <a:spcPct val="100000"/>
                        </a:lnSpc>
                      </a:pPr>
                      <a:r>
                        <a:rPr lang="en-US" sz="2000" b="1" strike="noStrike" spc="-1" dirty="0">
                          <a:solidFill>
                            <a:srgbClr val="1F2937"/>
                          </a:solidFill>
                          <a:latin typeface="微軟正黑體" panose="020B0604030504040204" pitchFamily="34" charset="-120"/>
                          <a:ea typeface="微軟正黑體" panose="020B0604030504040204" pitchFamily="34" charset="-120"/>
                        </a:rPr>
                        <a:t>23.8%</a:t>
                      </a:r>
                      <a:endParaRPr lang="en-US" sz="2000" b="1" strike="noStrike" spc="-1" dirty="0">
                        <a:solidFill>
                          <a:srgbClr val="000000"/>
                        </a:solidFill>
                        <a:latin typeface="微軟正黑體" panose="020B0604030504040204" pitchFamily="34" charset="-120"/>
                        <a:ea typeface="微軟正黑體" panose="020B0604030504040204" pitchFamily="34" charset="-120"/>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xmlns="" val="10003"/>
                  </a:ext>
                </a:extLst>
              </a:tr>
              <a:tr h="327532">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defTabSz="457200">
                        <a:lnSpc>
                          <a:spcPct val="100000"/>
                        </a:lnSpc>
                      </a:pPr>
                      <a:r>
                        <a:rPr lang="zh-CN" sz="2000" b="1" strike="noStrike" spc="-1" dirty="0">
                          <a:solidFill>
                            <a:srgbClr val="1F2937"/>
                          </a:solidFill>
                          <a:latin typeface="微軟正黑體" panose="020B0604030504040204" pitchFamily="34" charset="-120"/>
                          <a:ea typeface="微軟正黑體" panose="020B0604030504040204" pitchFamily="34" charset="-120"/>
                        </a:rPr>
                        <a:t>產能利用率</a:t>
                      </a:r>
                      <a:endParaRPr lang="en-US" sz="2000" b="1" strike="noStrike" spc="-1" dirty="0">
                        <a:solidFill>
                          <a:srgbClr val="000000"/>
                        </a:solidFill>
                        <a:latin typeface="微軟正黑體" panose="020B0604030504040204" pitchFamily="34" charset="-120"/>
                        <a:ea typeface="微軟正黑體" panose="020B0604030504040204" pitchFamily="34" charset="-120"/>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defTabSz="457200">
                        <a:lnSpc>
                          <a:spcPct val="100000"/>
                        </a:lnSpc>
                      </a:pPr>
                      <a:r>
                        <a:rPr lang="en-US" sz="2000" b="1" strike="noStrike" spc="-1" dirty="0">
                          <a:solidFill>
                            <a:srgbClr val="1F2937"/>
                          </a:solidFill>
                          <a:latin typeface="微軟正黑體" panose="020B0604030504040204" pitchFamily="34" charset="-120"/>
                          <a:ea typeface="微軟正黑體" panose="020B0604030504040204" pitchFamily="34" charset="-120"/>
                        </a:rPr>
                        <a:t>74.8%</a:t>
                      </a:r>
                      <a:endParaRPr lang="en-US" sz="2000" b="1" strike="noStrike" spc="-1" dirty="0">
                        <a:solidFill>
                          <a:srgbClr val="000000"/>
                        </a:solidFill>
                        <a:latin typeface="微軟正黑體" panose="020B0604030504040204" pitchFamily="34" charset="-120"/>
                        <a:ea typeface="微軟正黑體" panose="020B0604030504040204" pitchFamily="34" charset="-120"/>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defTabSz="457200">
                        <a:lnSpc>
                          <a:spcPct val="100000"/>
                        </a:lnSpc>
                      </a:pPr>
                      <a:r>
                        <a:rPr lang="en-US" sz="2000" b="1" strike="noStrike" spc="-1" dirty="0">
                          <a:solidFill>
                            <a:srgbClr val="1F2937"/>
                          </a:solidFill>
                          <a:latin typeface="微軟正黑體" panose="020B0604030504040204" pitchFamily="34" charset="-120"/>
                          <a:ea typeface="微軟正黑體" panose="020B0604030504040204" pitchFamily="34" charset="-120"/>
                        </a:rPr>
                        <a:t>95.0%</a:t>
                      </a:r>
                      <a:endParaRPr lang="en-US" sz="2000" b="1" strike="noStrike" spc="-1" dirty="0">
                        <a:solidFill>
                          <a:srgbClr val="000000"/>
                        </a:solidFill>
                        <a:latin typeface="微軟正黑體" panose="020B0604030504040204" pitchFamily="34" charset="-120"/>
                        <a:ea typeface="微軟正黑體" panose="020B0604030504040204" pitchFamily="34" charset="-120"/>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defTabSz="457200">
                        <a:lnSpc>
                          <a:spcPct val="100000"/>
                        </a:lnSpc>
                      </a:pPr>
                      <a:r>
                        <a:rPr lang="en-US" sz="2000" b="1" strike="noStrike" spc="-1">
                          <a:solidFill>
                            <a:srgbClr val="1F2937"/>
                          </a:solidFill>
                          <a:latin typeface="微軟正黑體" panose="020B0604030504040204" pitchFamily="34" charset="-120"/>
                          <a:ea typeface="微軟正黑體" panose="020B0604030504040204" pitchFamily="34" charset="-120"/>
                        </a:rPr>
                        <a:t>83.4%</a:t>
                      </a:r>
                      <a:endParaRPr lang="en-US" sz="2000" b="1" strike="noStrike" spc="-1">
                        <a:solidFill>
                          <a:srgbClr val="000000"/>
                        </a:solidFill>
                        <a:latin typeface="微軟正黑體" panose="020B0604030504040204" pitchFamily="34" charset="-120"/>
                        <a:ea typeface="微軟正黑體" panose="020B0604030504040204" pitchFamily="34" charset="-120"/>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defTabSz="457200">
                        <a:lnSpc>
                          <a:spcPct val="100000"/>
                        </a:lnSpc>
                      </a:pPr>
                      <a:r>
                        <a:rPr lang="en-US" sz="2000" b="1" strike="noStrike" spc="-1" dirty="0">
                          <a:solidFill>
                            <a:srgbClr val="1F2937"/>
                          </a:solidFill>
                          <a:latin typeface="微軟正黑體" panose="020B0604030504040204" pitchFamily="34" charset="-120"/>
                          <a:ea typeface="微軟正黑體" panose="020B0604030504040204" pitchFamily="34" charset="-120"/>
                        </a:rPr>
                        <a:t>70.5%</a:t>
                      </a:r>
                      <a:endParaRPr lang="en-US" sz="2000" b="1" strike="noStrike" spc="-1" dirty="0">
                        <a:solidFill>
                          <a:srgbClr val="000000"/>
                        </a:solidFill>
                        <a:latin typeface="微軟正黑體" panose="020B0604030504040204" pitchFamily="34" charset="-120"/>
                        <a:ea typeface="微軟正黑體" panose="020B0604030504040204" pitchFamily="34" charset="-120"/>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defTabSz="457200">
                        <a:lnSpc>
                          <a:spcPct val="100000"/>
                        </a:lnSpc>
                      </a:pPr>
                      <a:r>
                        <a:rPr lang="en-US" sz="2000" b="1" strike="noStrike" spc="-1" dirty="0">
                          <a:solidFill>
                            <a:srgbClr val="1F2937"/>
                          </a:solidFill>
                          <a:latin typeface="微軟正黑體" panose="020B0604030504040204" pitchFamily="34" charset="-120"/>
                          <a:ea typeface="微軟正黑體" panose="020B0604030504040204" pitchFamily="34" charset="-120"/>
                        </a:rPr>
                        <a:t>76.3%</a:t>
                      </a:r>
                      <a:endParaRPr lang="en-US" sz="2000" b="1" strike="noStrike" spc="-1" dirty="0">
                        <a:solidFill>
                          <a:srgbClr val="000000"/>
                        </a:solidFill>
                        <a:latin typeface="微軟正黑體" panose="020B0604030504040204" pitchFamily="34" charset="-120"/>
                        <a:ea typeface="微軟正黑體" panose="020B0604030504040204" pitchFamily="34" charset="-120"/>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defTabSz="457200">
                        <a:lnSpc>
                          <a:spcPct val="100000"/>
                        </a:lnSpc>
                      </a:pPr>
                      <a:r>
                        <a:rPr lang="en-US" sz="2000" b="1" strike="noStrike" spc="-1" dirty="0">
                          <a:solidFill>
                            <a:srgbClr val="1F2937"/>
                          </a:solidFill>
                          <a:latin typeface="微軟正黑體" panose="020B0604030504040204" pitchFamily="34" charset="-120"/>
                          <a:ea typeface="微軟正黑體" panose="020B0604030504040204" pitchFamily="34" charset="-120"/>
                        </a:rPr>
                        <a:t>96.9%</a:t>
                      </a:r>
                      <a:endParaRPr lang="en-US" sz="2000" b="1" strike="noStrike" spc="-1" dirty="0">
                        <a:solidFill>
                          <a:srgbClr val="000000"/>
                        </a:solidFill>
                        <a:latin typeface="微軟正黑體" panose="020B0604030504040204" pitchFamily="34" charset="-120"/>
                        <a:ea typeface="微軟正黑體" panose="020B0604030504040204" pitchFamily="34" charset="-120"/>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xmlns="" val="10004"/>
                  </a:ext>
                </a:extLst>
              </a:tr>
            </a:tbl>
          </a:graphicData>
        </a:graphic>
      </p:graphicFrame>
      <p:sp>
        <p:nvSpPr>
          <p:cNvPr id="14" name="文字方塊 13">
            <a:extLst>
              <a:ext uri="{FF2B5EF4-FFF2-40B4-BE49-F238E27FC236}">
                <a16:creationId xmlns:a16="http://schemas.microsoft.com/office/drawing/2014/main" xmlns="" id="{E1F76C57-AA92-65A4-6C02-D25A5DBCE0F5}"/>
              </a:ext>
            </a:extLst>
          </p:cNvPr>
          <p:cNvSpPr txBox="1"/>
          <p:nvPr/>
        </p:nvSpPr>
        <p:spPr>
          <a:xfrm>
            <a:off x="189567" y="1956171"/>
            <a:ext cx="492443" cy="2300748"/>
          </a:xfrm>
          <a:prstGeom prst="rect">
            <a:avLst/>
          </a:prstGeom>
          <a:noFill/>
        </p:spPr>
        <p:txBody>
          <a:bodyPr vert="eaVert" wrap="square" rtlCol="0">
            <a:spAutoFit/>
          </a:bodyPr>
          <a:lstStyle/>
          <a:p>
            <a:r>
              <a:rPr lang="zh-TW" altLang="en-US" sz="2000" b="1" dirty="0">
                <a:latin typeface="微軟正黑體" panose="020B0604030504040204" pitchFamily="34" charset="-120"/>
                <a:ea typeface="微軟正黑體" panose="020B0604030504040204" pitchFamily="34" charset="-120"/>
              </a:rPr>
              <a:t>單位：</a:t>
            </a:r>
            <a:r>
              <a:rPr lang="en-US" altLang="zh-TW" sz="2000" b="1" dirty="0">
                <a:latin typeface="微軟正黑體" panose="020B0604030504040204" pitchFamily="34" charset="-120"/>
                <a:ea typeface="微軟正黑體" panose="020B0604030504040204" pitchFamily="34" charset="-120"/>
              </a:rPr>
              <a:t>GWh</a:t>
            </a:r>
            <a:endParaRPr lang="zh-TW" altLang="en-US" sz="2000" b="1" dirty="0">
              <a:latin typeface="微軟正黑體" panose="020B0604030504040204" pitchFamily="34" charset="-120"/>
              <a:ea typeface="微軟正黑體" panose="020B0604030504040204" pitchFamily="34" charset="-120"/>
            </a:endParaRPr>
          </a:p>
        </p:txBody>
      </p:sp>
      <p:sp>
        <p:nvSpPr>
          <p:cNvPr id="15" name="文字方塊 14">
            <a:extLst>
              <a:ext uri="{FF2B5EF4-FFF2-40B4-BE49-F238E27FC236}">
                <a16:creationId xmlns:a16="http://schemas.microsoft.com/office/drawing/2014/main" xmlns="" id="{60F2E391-AEFE-A325-2683-7A0DAE3A5D40}"/>
              </a:ext>
            </a:extLst>
          </p:cNvPr>
          <p:cNvSpPr txBox="1"/>
          <p:nvPr/>
        </p:nvSpPr>
        <p:spPr>
          <a:xfrm>
            <a:off x="11684491" y="1964475"/>
            <a:ext cx="492443" cy="2908608"/>
          </a:xfrm>
          <a:prstGeom prst="rect">
            <a:avLst/>
          </a:prstGeom>
          <a:noFill/>
        </p:spPr>
        <p:txBody>
          <a:bodyPr vert="eaVert" wrap="square" rtlCol="0">
            <a:spAutoFit/>
          </a:bodyPr>
          <a:lstStyle/>
          <a:p>
            <a:r>
              <a:rPr lang="zh-TW" altLang="en-US" sz="2000" b="1" dirty="0">
                <a:latin typeface="微軟正黑體" panose="020B0604030504040204" pitchFamily="34" charset="-120"/>
                <a:ea typeface="微軟正黑體" panose="020B0604030504040204" pitchFamily="34" charset="-120"/>
              </a:rPr>
              <a:t>單位：人民幣元</a:t>
            </a:r>
            <a:r>
              <a:rPr lang="en-US" altLang="zh-TW" sz="2000" b="1" dirty="0">
                <a:latin typeface="微軟正黑體" panose="020B0604030504040204" pitchFamily="34" charset="-120"/>
                <a:ea typeface="微軟正黑體" panose="020B0604030504040204" pitchFamily="34" charset="-120"/>
              </a:rPr>
              <a:t>/</a:t>
            </a:r>
            <a:r>
              <a:rPr lang="en-US" altLang="zh-TW" sz="2000" b="1" dirty="0" err="1">
                <a:latin typeface="微軟正黑體" panose="020B0604030504040204" pitchFamily="34" charset="-120"/>
                <a:ea typeface="微軟正黑體" panose="020B0604030504040204" pitchFamily="34" charset="-120"/>
              </a:rPr>
              <a:t>KWh</a:t>
            </a:r>
            <a:endParaRPr lang="zh-TW" altLang="en-US" sz="2000" b="1"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42183478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D6551F6B-54B1-F468-BF81-06B55399B791}"/>
              </a:ext>
            </a:extLst>
          </p:cNvPr>
          <p:cNvSpPr>
            <a:spLocks noGrp="1"/>
          </p:cNvSpPr>
          <p:nvPr>
            <p:ph type="title"/>
          </p:nvPr>
        </p:nvSpPr>
        <p:spPr>
          <a:xfrm>
            <a:off x="610965" y="82055"/>
            <a:ext cx="11340000" cy="676866"/>
          </a:xfrm>
        </p:spPr>
        <p:txBody>
          <a:bodyPr/>
          <a:lstStyle/>
          <a:p>
            <a:r>
              <a:rPr lang="zh-TW" altLang="en-US" dirty="0"/>
              <a:t>寧德時代動力電池裝機量續升</a:t>
            </a:r>
            <a:r>
              <a:rPr lang="en-US" altLang="zh-TW" dirty="0"/>
              <a:t/>
            </a:r>
            <a:br>
              <a:rPr lang="en-US" altLang="zh-TW" dirty="0"/>
            </a:br>
            <a:r>
              <a:rPr lang="en-US" altLang="zh-TW" dirty="0"/>
              <a:t>2026</a:t>
            </a:r>
            <a:r>
              <a:rPr lang="zh-TW" altLang="en-US" dirty="0"/>
              <a:t>年第</a:t>
            </a:r>
            <a:r>
              <a:rPr lang="en-US" altLang="zh-TW" dirty="0"/>
              <a:t>1</a:t>
            </a:r>
            <a:r>
              <a:rPr lang="zh-TW" altLang="en-US" dirty="0"/>
              <a:t>季全球市佔率突破</a:t>
            </a:r>
            <a:r>
              <a:rPr lang="en-US" altLang="zh-TW" dirty="0"/>
              <a:t>40%</a:t>
            </a:r>
            <a:endParaRPr lang="zh-TW" altLang="en-US" dirty="0"/>
          </a:p>
        </p:txBody>
      </p:sp>
      <p:sp>
        <p:nvSpPr>
          <p:cNvPr id="10" name="文字版面配置區 9">
            <a:extLst>
              <a:ext uri="{FF2B5EF4-FFF2-40B4-BE49-F238E27FC236}">
                <a16:creationId xmlns:a16="http://schemas.microsoft.com/office/drawing/2014/main" xmlns="" id="{6963C240-2A60-6B78-D975-915EC95B9662}"/>
              </a:ext>
            </a:extLst>
          </p:cNvPr>
          <p:cNvSpPr>
            <a:spLocks noGrp="1"/>
          </p:cNvSpPr>
          <p:nvPr>
            <p:ph type="body" sz="quarter" idx="10"/>
          </p:nvPr>
        </p:nvSpPr>
        <p:spPr/>
        <p:txBody>
          <a:bodyPr/>
          <a:lstStyle/>
          <a:p>
            <a:r>
              <a:rPr lang="zh-TW" altLang="en-US" dirty="0">
                <a:latin typeface="微軟正黑體" panose="020B0604030504040204" pitchFamily="34" charset="-120"/>
              </a:rPr>
              <a:t>資料來源：</a:t>
            </a:r>
            <a:r>
              <a:rPr lang="en-US" altLang="zh-TW" dirty="0">
                <a:latin typeface="微軟正黑體" panose="020B0604030504040204" pitchFamily="34" charset="-120"/>
              </a:rPr>
              <a:t>SNE Research</a:t>
            </a:r>
            <a:r>
              <a:rPr lang="zh-TW" altLang="en-US" dirty="0">
                <a:latin typeface="微軟正黑體" panose="020B0604030504040204" pitchFamily="34" charset="-120"/>
              </a:rPr>
              <a:t>、寧德時代，</a:t>
            </a:r>
            <a:r>
              <a:rPr lang="en-US" altLang="zh-TW" dirty="0">
                <a:latin typeface="微軟正黑體" panose="020B0604030504040204" pitchFamily="34" charset="-120"/>
              </a:rPr>
              <a:t>DIGITIMES</a:t>
            </a:r>
            <a:r>
              <a:rPr lang="zh-TW" altLang="en-US" dirty="0">
                <a:latin typeface="微軟正黑體" panose="020B0604030504040204" pitchFamily="34" charset="-120"/>
              </a:rPr>
              <a:t>整理，</a:t>
            </a:r>
            <a:r>
              <a:rPr lang="en-US" altLang="zh-TW" dirty="0">
                <a:latin typeface="微軟正黑體" panose="020B0604030504040204" pitchFamily="34" charset="-120"/>
              </a:rPr>
              <a:t>2026/6</a:t>
            </a:r>
            <a:endParaRPr lang="zh-TW" altLang="en-US" dirty="0">
              <a:latin typeface="微軟正黑體" panose="020B0604030504040204" pitchFamily="34" charset="-120"/>
            </a:endParaRPr>
          </a:p>
        </p:txBody>
      </p:sp>
      <p:sp>
        <p:nvSpPr>
          <p:cNvPr id="16" name="文字方塊 15">
            <a:extLst>
              <a:ext uri="{FF2B5EF4-FFF2-40B4-BE49-F238E27FC236}">
                <a16:creationId xmlns:a16="http://schemas.microsoft.com/office/drawing/2014/main" xmlns="" id="{595F3AE1-1D48-03B9-B379-EF2E7CE5E771}"/>
              </a:ext>
            </a:extLst>
          </p:cNvPr>
          <p:cNvSpPr txBox="1"/>
          <p:nvPr/>
        </p:nvSpPr>
        <p:spPr>
          <a:xfrm>
            <a:off x="2084070" y="1348812"/>
            <a:ext cx="8023860" cy="400110"/>
          </a:xfrm>
          <a:prstGeom prst="rect">
            <a:avLst/>
          </a:prstGeom>
          <a:noFill/>
        </p:spPr>
        <p:txBody>
          <a:bodyPr wrap="square">
            <a:spAutoFit/>
          </a:bodyPr>
          <a:lstStyle/>
          <a:p>
            <a:pPr algn="ctr"/>
            <a:r>
              <a:rPr lang="zh-TW" altLang="en-US" sz="2000" b="1" dirty="0">
                <a:latin typeface="微軟正黑體" panose="020B0604030504040204" pitchFamily="34" charset="-120"/>
                <a:ea typeface="微軟正黑體" panose="020B0604030504040204" pitchFamily="34" charset="-120"/>
              </a:rPr>
              <a:t>至</a:t>
            </a:r>
            <a:r>
              <a:rPr lang="en-US" altLang="zh-TW" sz="2000" b="1" dirty="0">
                <a:latin typeface="微軟正黑體" panose="020B0604030504040204" pitchFamily="34" charset="-120"/>
                <a:ea typeface="微軟正黑體" panose="020B0604030504040204" pitchFamily="34" charset="-120"/>
              </a:rPr>
              <a:t>2026</a:t>
            </a:r>
            <a:r>
              <a:rPr lang="zh-TW" altLang="en-US" sz="2000" b="1" dirty="0">
                <a:latin typeface="微軟正黑體" panose="020B0604030504040204" pitchFamily="34" charset="-120"/>
                <a:ea typeface="微軟正黑體" panose="020B0604030504040204" pitchFamily="34" charset="-120"/>
              </a:rPr>
              <a:t>年第</a:t>
            </a:r>
            <a:r>
              <a:rPr lang="en-US" altLang="zh-TW" sz="2000" b="1" dirty="0">
                <a:latin typeface="微軟正黑體" panose="020B0604030504040204" pitchFamily="34" charset="-120"/>
                <a:ea typeface="微軟正黑體" panose="020B0604030504040204" pitchFamily="34" charset="-120"/>
              </a:rPr>
              <a:t>1</a:t>
            </a:r>
            <a:r>
              <a:rPr lang="zh-TW" altLang="en-US" sz="2000" b="1" dirty="0">
                <a:latin typeface="微軟正黑體" panose="020B0604030504040204" pitchFamily="34" charset="-120"/>
                <a:ea typeface="微軟正黑體" panose="020B0604030504040204" pitchFamily="34" charset="-120"/>
              </a:rPr>
              <a:t>季寧德時代動力電池裝機量與全球市佔率變化</a:t>
            </a:r>
          </a:p>
        </p:txBody>
      </p:sp>
      <p:sp>
        <p:nvSpPr>
          <p:cNvPr id="17" name="文字版面配置區 9">
            <a:extLst>
              <a:ext uri="{FF2B5EF4-FFF2-40B4-BE49-F238E27FC236}">
                <a16:creationId xmlns:a16="http://schemas.microsoft.com/office/drawing/2014/main" xmlns="" id="{47DB2292-7E1A-D1D9-D19C-66AC74362B44}"/>
              </a:ext>
            </a:extLst>
          </p:cNvPr>
          <p:cNvSpPr txBox="1">
            <a:spLocks/>
          </p:cNvSpPr>
          <p:nvPr/>
        </p:nvSpPr>
        <p:spPr>
          <a:xfrm>
            <a:off x="361950" y="6229657"/>
            <a:ext cx="10800000" cy="347626"/>
          </a:xfrm>
          <a:prstGeom prst="rect">
            <a:avLst/>
          </a:prstGeom>
        </p:spPr>
        <p:txBody>
          <a:bodyPr lIns="0" tIns="0" rIns="0" bIns="0" anchor="ctr"/>
          <a:lstStyle>
            <a:lvl1pPr marL="0" indent="0" algn="l" rtl="0" eaLnBrk="1" fontAlgn="base" hangingPunct="1">
              <a:lnSpc>
                <a:spcPct val="90000"/>
              </a:lnSpc>
              <a:spcBef>
                <a:spcPts val="1000"/>
              </a:spcBef>
              <a:spcAft>
                <a:spcPct val="0"/>
              </a:spcAft>
              <a:buFont typeface="Arial" panose="020B0604020202020204" pitchFamily="34" charset="0"/>
              <a:buNone/>
              <a:defRPr sz="1400" b="1" kern="1200" baseline="0">
                <a:solidFill>
                  <a:schemeClr val="tx1"/>
                </a:solidFill>
                <a:latin typeface="+mn-lt"/>
                <a:ea typeface="微軟正黑體" panose="020B0604030504040204" pitchFamily="34" charset="-120"/>
                <a:cs typeface="+mn-cs"/>
              </a:defRPr>
            </a:lvl1pPr>
            <a:lvl2pPr marL="457200" indent="0" algn="l" rtl="0" eaLnBrk="1" fontAlgn="base" hangingPunct="1">
              <a:lnSpc>
                <a:spcPct val="90000"/>
              </a:lnSpc>
              <a:spcBef>
                <a:spcPts val="500"/>
              </a:spcBef>
              <a:spcAft>
                <a:spcPct val="0"/>
              </a:spcAft>
              <a:buFont typeface="Arial" panose="020B0604020202020204" pitchFamily="34" charset="0"/>
              <a:buNone/>
              <a:defRPr sz="1200" kern="1200" baseline="0">
                <a:solidFill>
                  <a:schemeClr val="bg1"/>
                </a:solidFill>
                <a:latin typeface="Calibri" panose="020F0502020204030204" pitchFamily="34" charset="0"/>
                <a:ea typeface="Microsoft YaHei" panose="020B0503020204020204" pitchFamily="34" charset="-122"/>
                <a:cs typeface="+mn-cs"/>
              </a:defRPr>
            </a:lvl2pPr>
            <a:lvl3pPr marL="914400" indent="0" algn="l" rtl="0" eaLnBrk="1" fontAlgn="base" hangingPunct="1">
              <a:lnSpc>
                <a:spcPct val="90000"/>
              </a:lnSpc>
              <a:spcBef>
                <a:spcPts val="500"/>
              </a:spcBef>
              <a:spcAft>
                <a:spcPct val="0"/>
              </a:spcAft>
              <a:buFont typeface="Arial" panose="020B0604020202020204" pitchFamily="34" charset="0"/>
              <a:buNone/>
              <a:defRPr sz="1200" kern="1200" baseline="0">
                <a:solidFill>
                  <a:schemeClr val="bg1"/>
                </a:solidFill>
                <a:latin typeface="Calibri" panose="020F0502020204030204" pitchFamily="34" charset="0"/>
                <a:ea typeface="Microsoft YaHei" panose="020B0503020204020204" pitchFamily="34" charset="-122"/>
                <a:cs typeface="+mn-cs"/>
              </a:defRPr>
            </a:lvl3pPr>
            <a:lvl4pPr marL="1371600" indent="0" algn="l" rtl="0" eaLnBrk="1" fontAlgn="base" hangingPunct="1">
              <a:lnSpc>
                <a:spcPct val="90000"/>
              </a:lnSpc>
              <a:spcBef>
                <a:spcPts val="500"/>
              </a:spcBef>
              <a:spcAft>
                <a:spcPct val="0"/>
              </a:spcAft>
              <a:buFont typeface="Arial" panose="020B0604020202020204" pitchFamily="34" charset="0"/>
              <a:buNone/>
              <a:defRPr sz="1200" kern="1200" baseline="0">
                <a:solidFill>
                  <a:schemeClr val="bg1"/>
                </a:solidFill>
                <a:latin typeface="Calibri" panose="020F0502020204030204" pitchFamily="34" charset="0"/>
                <a:ea typeface="Microsoft YaHei" panose="020B0503020204020204" pitchFamily="34" charset="-122"/>
                <a:cs typeface="+mn-cs"/>
              </a:defRPr>
            </a:lvl4pPr>
            <a:lvl5pPr marL="1828800" indent="0" algn="l" rtl="0" eaLnBrk="1" fontAlgn="base" hangingPunct="1">
              <a:lnSpc>
                <a:spcPct val="90000"/>
              </a:lnSpc>
              <a:spcBef>
                <a:spcPts val="500"/>
              </a:spcBef>
              <a:spcAft>
                <a:spcPct val="0"/>
              </a:spcAft>
              <a:buFont typeface="Arial" panose="020B0604020202020204" pitchFamily="34" charset="0"/>
              <a:buNone/>
              <a:defRPr sz="1200" kern="1200" baseline="0">
                <a:solidFill>
                  <a:schemeClr val="bg1"/>
                </a:solidFill>
                <a:latin typeface="Calibri" panose="020F0502020204030204" pitchFamily="34" charset="0"/>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TW" altLang="en-US" dirty="0">
                <a:latin typeface="微軟正黑體" panose="020B0604030504040204" pitchFamily="34" charset="-120"/>
              </a:rPr>
              <a:t>註：</a:t>
            </a:r>
            <a:r>
              <a:rPr lang="en-US" altLang="zh-TW" dirty="0">
                <a:latin typeface="微軟正黑體" panose="020B0604030504040204" pitchFamily="34" charset="-120"/>
              </a:rPr>
              <a:t>2020</a:t>
            </a:r>
            <a:r>
              <a:rPr lang="zh-TW" altLang="en-US" dirty="0">
                <a:latin typeface="微軟正黑體" panose="020B0604030504040204" pitchFamily="34" charset="-120"/>
              </a:rPr>
              <a:t>年至</a:t>
            </a:r>
            <a:r>
              <a:rPr lang="en-US" altLang="zh-TW" dirty="0">
                <a:latin typeface="微軟正黑體" panose="020B0604030504040204" pitchFamily="34" charset="-120"/>
              </a:rPr>
              <a:t>2026</a:t>
            </a:r>
            <a:r>
              <a:rPr lang="zh-TW" altLang="en-US" dirty="0">
                <a:latin typeface="微軟正黑體" panose="020B0604030504040204" pitchFamily="34" charset="-120"/>
              </a:rPr>
              <a:t>年第</a:t>
            </a:r>
            <a:r>
              <a:rPr lang="en-US" altLang="zh-TW" dirty="0">
                <a:latin typeface="微軟正黑體" panose="020B0604030504040204" pitchFamily="34" charset="-120"/>
              </a:rPr>
              <a:t>1</a:t>
            </a:r>
            <a:r>
              <a:rPr lang="zh-TW" altLang="en-US" dirty="0">
                <a:latin typeface="微軟正黑體" panose="020B0604030504040204" pitchFamily="34" charset="-120"/>
              </a:rPr>
              <a:t>季，寧德時代動力電池裝機量皆居全球第一。</a:t>
            </a:r>
          </a:p>
        </p:txBody>
      </p:sp>
      <p:sp>
        <p:nvSpPr>
          <p:cNvPr id="18" name="文字方塊 17">
            <a:extLst>
              <a:ext uri="{FF2B5EF4-FFF2-40B4-BE49-F238E27FC236}">
                <a16:creationId xmlns:a16="http://schemas.microsoft.com/office/drawing/2014/main" xmlns="" id="{E5F51FA9-997F-0ABE-C493-71F7E37AEFEA}"/>
              </a:ext>
            </a:extLst>
          </p:cNvPr>
          <p:cNvSpPr txBox="1"/>
          <p:nvPr/>
        </p:nvSpPr>
        <p:spPr>
          <a:xfrm>
            <a:off x="503358" y="1688542"/>
            <a:ext cx="492443" cy="2300748"/>
          </a:xfrm>
          <a:prstGeom prst="rect">
            <a:avLst/>
          </a:prstGeom>
          <a:noFill/>
        </p:spPr>
        <p:txBody>
          <a:bodyPr vert="eaVert" wrap="square" rtlCol="0">
            <a:spAutoFit/>
          </a:bodyPr>
          <a:lstStyle/>
          <a:p>
            <a:r>
              <a:rPr lang="zh-TW" altLang="en-US" sz="2000" b="1" dirty="0">
                <a:latin typeface="微軟正黑體" panose="020B0604030504040204" pitchFamily="34" charset="-120"/>
                <a:ea typeface="微軟正黑體" panose="020B0604030504040204" pitchFamily="34" charset="-120"/>
              </a:rPr>
              <a:t>單位：</a:t>
            </a:r>
            <a:r>
              <a:rPr lang="en-US" altLang="zh-TW" sz="2000" b="1" dirty="0">
                <a:latin typeface="微軟正黑體" panose="020B0604030504040204" pitchFamily="34" charset="-120"/>
                <a:ea typeface="微軟正黑體" panose="020B0604030504040204" pitchFamily="34" charset="-120"/>
              </a:rPr>
              <a:t>GWh</a:t>
            </a:r>
            <a:endParaRPr lang="zh-TW" altLang="en-US" sz="2000" b="1" dirty="0">
              <a:latin typeface="微軟正黑體" panose="020B0604030504040204" pitchFamily="34" charset="-120"/>
              <a:ea typeface="微軟正黑體" panose="020B0604030504040204" pitchFamily="34" charset="-120"/>
            </a:endParaRPr>
          </a:p>
        </p:txBody>
      </p:sp>
      <p:graphicFrame>
        <p:nvGraphicFramePr>
          <p:cNvPr id="21" name="圖表 20">
            <a:extLst>
              <a:ext uri="{FF2B5EF4-FFF2-40B4-BE49-F238E27FC236}">
                <a16:creationId xmlns:a16="http://schemas.microsoft.com/office/drawing/2014/main" xmlns="" id="{B707E7C2-5676-A442-B18D-D267DBBCCFE2}"/>
              </a:ext>
            </a:extLst>
          </p:cNvPr>
          <p:cNvGraphicFramePr/>
          <p:nvPr>
            <p:extLst>
              <p:ext uri="{D42A27DB-BD31-4B8C-83A1-F6EECF244321}">
                <p14:modId xmlns:p14="http://schemas.microsoft.com/office/powerpoint/2010/main" val="1715496215"/>
              </p:ext>
            </p:extLst>
          </p:nvPr>
        </p:nvGraphicFramePr>
        <p:xfrm>
          <a:off x="0" y="1592263"/>
          <a:ext cx="12205698" cy="4637394"/>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2736021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8F770551-88EF-E896-ACF1-4DD069FFE656}"/>
              </a:ext>
            </a:extLst>
          </p:cNvPr>
          <p:cNvSpPr>
            <a:spLocks noGrp="1"/>
          </p:cNvSpPr>
          <p:nvPr>
            <p:ph type="title"/>
          </p:nvPr>
        </p:nvSpPr>
        <p:spPr>
          <a:xfrm>
            <a:off x="623560" y="122279"/>
            <a:ext cx="11340000" cy="676866"/>
          </a:xfrm>
        </p:spPr>
        <p:txBody>
          <a:bodyPr/>
          <a:lstStyle/>
          <a:p>
            <a:r>
              <a:rPr lang="zh-TW" altLang="en-US" dirty="0"/>
              <a:t>寧德時代全球車廠客戶基礎擴大</a:t>
            </a:r>
            <a:r>
              <a:rPr lang="en-US" altLang="zh-TW" dirty="0"/>
              <a:t/>
            </a:r>
            <a:br>
              <a:rPr lang="en-US" altLang="zh-TW" dirty="0"/>
            </a:br>
            <a:r>
              <a:rPr lang="zh-TW" altLang="en-US" dirty="0"/>
              <a:t>由中國市場延伸至歐洲與新興市場</a:t>
            </a:r>
          </a:p>
        </p:txBody>
      </p:sp>
      <p:sp>
        <p:nvSpPr>
          <p:cNvPr id="4" name="文字版面配置區 3">
            <a:extLst>
              <a:ext uri="{FF2B5EF4-FFF2-40B4-BE49-F238E27FC236}">
                <a16:creationId xmlns:a16="http://schemas.microsoft.com/office/drawing/2014/main" xmlns="" id="{16BAD383-C056-B076-50FB-8EB14D5B4011}"/>
              </a:ext>
            </a:extLst>
          </p:cNvPr>
          <p:cNvSpPr>
            <a:spLocks noGrp="1"/>
          </p:cNvSpPr>
          <p:nvPr>
            <p:ph type="body" sz="quarter" idx="10"/>
          </p:nvPr>
        </p:nvSpPr>
        <p:spPr/>
        <p:txBody>
          <a:bodyPr/>
          <a:lstStyle/>
          <a:p>
            <a:r>
              <a:rPr lang="zh-TW" altLang="en-US" dirty="0">
                <a:latin typeface="微軟正黑體" panose="020B0604030504040204" pitchFamily="34" charset="-120"/>
              </a:rPr>
              <a:t>資料來源：寧德時代、各廠商，</a:t>
            </a:r>
            <a:r>
              <a:rPr lang="en-US" altLang="zh-TW" dirty="0">
                <a:latin typeface="微軟正黑體" panose="020B0604030504040204" pitchFamily="34" charset="-120"/>
              </a:rPr>
              <a:t>DIGITIMES</a:t>
            </a:r>
            <a:r>
              <a:rPr lang="zh-TW" altLang="en-US" dirty="0">
                <a:latin typeface="微軟正黑體" panose="020B0604030504040204" pitchFamily="34" charset="-120"/>
              </a:rPr>
              <a:t>整理，</a:t>
            </a:r>
            <a:r>
              <a:rPr lang="en-US" altLang="zh-TW" dirty="0">
                <a:latin typeface="微軟正黑體" panose="020B0604030504040204" pitchFamily="34" charset="-120"/>
              </a:rPr>
              <a:t>2026/6</a:t>
            </a:r>
          </a:p>
        </p:txBody>
      </p:sp>
      <p:sp>
        <p:nvSpPr>
          <p:cNvPr id="19" name="標題 1">
            <a:extLst>
              <a:ext uri="{FF2B5EF4-FFF2-40B4-BE49-F238E27FC236}">
                <a16:creationId xmlns:a16="http://schemas.microsoft.com/office/drawing/2014/main" xmlns="" id="{9B3A14F0-9E76-47C3-DCDE-8323C051CE60}"/>
              </a:ext>
            </a:extLst>
          </p:cNvPr>
          <p:cNvSpPr txBox="1">
            <a:spLocks/>
          </p:cNvSpPr>
          <p:nvPr/>
        </p:nvSpPr>
        <p:spPr>
          <a:xfrm>
            <a:off x="3607406" y="1363998"/>
            <a:ext cx="4977187" cy="456530"/>
          </a:xfrm>
          <a:prstGeom prst="rect">
            <a:avLst/>
          </a:prstGeom>
        </p:spPr>
        <p:txBody>
          <a:bodyPr anchor="t">
            <a:normAutofit/>
          </a:bodyPr>
          <a:lstStyle>
            <a:lvl1pPr algn="l" rtl="0" eaLnBrk="1" fontAlgn="base" hangingPunct="1">
              <a:lnSpc>
                <a:spcPct val="100000"/>
              </a:lnSpc>
              <a:spcBef>
                <a:spcPct val="0"/>
              </a:spcBef>
              <a:spcAft>
                <a:spcPct val="0"/>
              </a:spcAft>
              <a:defRPr sz="3600" b="1" i="0" kern="1200" spc="100" baseline="0">
                <a:solidFill>
                  <a:schemeClr val="tx1"/>
                </a:solidFill>
                <a:latin typeface="微軟正黑體" panose="020B0604030504040204" pitchFamily="34" charset="-120"/>
                <a:ea typeface="微軟正黑體" panose="020B0604030504040204" pitchFamily="34" charset="-120"/>
                <a:cs typeface="+mj-cs"/>
              </a:defRPr>
            </a:lvl1pPr>
            <a:lvl2pPr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新細明體" panose="02020500000000000000" pitchFamily="18" charset="-120"/>
              </a:defRPr>
            </a:lvl2pPr>
            <a:lvl3pPr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新細明體" panose="02020500000000000000" pitchFamily="18" charset="-120"/>
              </a:defRPr>
            </a:lvl3pPr>
            <a:lvl4pPr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新細明體" panose="02020500000000000000" pitchFamily="18" charset="-120"/>
              </a:defRPr>
            </a:lvl4pPr>
            <a:lvl5pPr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新細明體" panose="02020500000000000000" pitchFamily="18" charset="-120"/>
              </a:defRPr>
            </a:lvl5pPr>
            <a:lvl6pPr marL="457200"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新細明體" panose="02020500000000000000" pitchFamily="18" charset="-120"/>
              </a:defRPr>
            </a:lvl6pPr>
            <a:lvl7pPr marL="914400"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新細明體" panose="02020500000000000000" pitchFamily="18" charset="-120"/>
              </a:defRPr>
            </a:lvl7pPr>
            <a:lvl8pPr marL="1371600"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新細明體" panose="02020500000000000000" pitchFamily="18" charset="-120"/>
              </a:defRPr>
            </a:lvl8pPr>
            <a:lvl9pPr marL="1828800"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新細明體" panose="02020500000000000000" pitchFamily="18" charset="-120"/>
              </a:defRPr>
            </a:lvl9pPr>
          </a:lstStyle>
          <a:p>
            <a:pPr algn="ctr"/>
            <a:r>
              <a:rPr lang="zh-TW" altLang="en-US" sz="2200" dirty="0"/>
              <a:t>寧德時代與主要車廠／客戶供貨關係</a:t>
            </a:r>
          </a:p>
        </p:txBody>
      </p:sp>
      <p:graphicFrame>
        <p:nvGraphicFramePr>
          <p:cNvPr id="20" name="表格 19">
            <a:extLst>
              <a:ext uri="{FF2B5EF4-FFF2-40B4-BE49-F238E27FC236}">
                <a16:creationId xmlns:a16="http://schemas.microsoft.com/office/drawing/2014/main" xmlns="" id="{023E086A-1B4F-3650-175A-6A49F01ED7C3}"/>
              </a:ext>
            </a:extLst>
          </p:cNvPr>
          <p:cNvGraphicFramePr>
            <a:graphicFrameLocks noGrp="1"/>
          </p:cNvGraphicFramePr>
          <p:nvPr>
            <p:extLst>
              <p:ext uri="{D42A27DB-BD31-4B8C-83A1-F6EECF244321}">
                <p14:modId xmlns:p14="http://schemas.microsoft.com/office/powerpoint/2010/main" val="2349602403"/>
              </p:ext>
            </p:extLst>
          </p:nvPr>
        </p:nvGraphicFramePr>
        <p:xfrm>
          <a:off x="106523" y="1820528"/>
          <a:ext cx="11857037" cy="4518627"/>
        </p:xfrm>
        <a:graphic>
          <a:graphicData uri="http://schemas.openxmlformats.org/drawingml/2006/table">
            <a:tbl>
              <a:tblPr/>
              <a:tblGrid>
                <a:gridCol w="2004902">
                  <a:extLst>
                    <a:ext uri="{9D8B030D-6E8A-4147-A177-3AD203B41FA5}">
                      <a16:colId xmlns:a16="http://schemas.microsoft.com/office/drawing/2014/main" xmlns="" val="1386122178"/>
                    </a:ext>
                  </a:extLst>
                </a:gridCol>
                <a:gridCol w="4935995">
                  <a:extLst>
                    <a:ext uri="{9D8B030D-6E8A-4147-A177-3AD203B41FA5}">
                      <a16:colId xmlns:a16="http://schemas.microsoft.com/office/drawing/2014/main" xmlns="" val="2662992979"/>
                    </a:ext>
                  </a:extLst>
                </a:gridCol>
                <a:gridCol w="4916140">
                  <a:extLst>
                    <a:ext uri="{9D8B030D-6E8A-4147-A177-3AD203B41FA5}">
                      <a16:colId xmlns:a16="http://schemas.microsoft.com/office/drawing/2014/main" xmlns="" val="1945641698"/>
                    </a:ext>
                  </a:extLst>
                </a:gridCol>
              </a:tblGrid>
              <a:tr h="455653">
                <a:tc>
                  <a:txBody>
                    <a:bodyPr/>
                    <a:lstStyle/>
                    <a:p>
                      <a:pPr algn="ctr" fontAlgn="ctr">
                        <a:buNone/>
                      </a:pPr>
                      <a:r>
                        <a:rPr lang="zh-TW" altLang="en-US" sz="2200" b="1" i="0" u="none" strike="noStrike" dirty="0">
                          <a:solidFill>
                            <a:schemeClr val="bg1"/>
                          </a:solidFill>
                          <a:effectLst/>
                          <a:latin typeface="微軟正黑體" panose="020B0604030504040204" pitchFamily="34" charset="-120"/>
                          <a:ea typeface="微軟正黑體" panose="020B0604030504040204" pitchFamily="34" charset="-120"/>
                        </a:rPr>
                        <a:t>客戶類型</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487E"/>
                    </a:solidFill>
                  </a:tcPr>
                </a:tc>
                <a:tc>
                  <a:txBody>
                    <a:bodyPr/>
                    <a:lstStyle/>
                    <a:p>
                      <a:pPr algn="ctr" fontAlgn="ctr">
                        <a:buNone/>
                      </a:pPr>
                      <a:r>
                        <a:rPr lang="zh-TW" altLang="en-US" sz="2200" b="1" i="0" u="none" strike="noStrike" dirty="0">
                          <a:solidFill>
                            <a:schemeClr val="bg1"/>
                          </a:solidFill>
                          <a:effectLst/>
                          <a:latin typeface="微軟正黑體" panose="020B0604030504040204" pitchFamily="34" charset="-120"/>
                          <a:ea typeface="微軟正黑體" panose="020B0604030504040204" pitchFamily="34" charset="-120"/>
                        </a:rPr>
                        <a:t>代表車廠／合作對象</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487E"/>
                    </a:solidFill>
                  </a:tcPr>
                </a:tc>
                <a:tc>
                  <a:txBody>
                    <a:bodyPr/>
                    <a:lstStyle/>
                    <a:p>
                      <a:pPr algn="ctr" fontAlgn="ctr">
                        <a:buNone/>
                      </a:pPr>
                      <a:r>
                        <a:rPr lang="zh-TW" altLang="en-US" sz="2200" b="1" i="0" u="none" strike="noStrike" dirty="0">
                          <a:solidFill>
                            <a:schemeClr val="bg1"/>
                          </a:solidFill>
                          <a:effectLst/>
                          <a:latin typeface="微軟正黑體" panose="020B0604030504040204" pitchFamily="34" charset="-120"/>
                          <a:ea typeface="微軟正黑體" panose="020B0604030504040204" pitchFamily="34" charset="-120"/>
                        </a:rPr>
                        <a:t>分析重點</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487E"/>
                    </a:solidFill>
                  </a:tcPr>
                </a:tc>
                <a:extLst>
                  <a:ext uri="{0D108BD9-81ED-4DB2-BD59-A6C34878D82A}">
                    <a16:rowId xmlns:a16="http://schemas.microsoft.com/office/drawing/2014/main" xmlns="" val="1744992799"/>
                  </a:ext>
                </a:extLst>
              </a:tr>
              <a:tr h="777319">
                <a:tc>
                  <a:txBody>
                    <a:bodyPr/>
                    <a:lstStyle/>
                    <a:p>
                      <a:pPr algn="ctr" fontAlgn="ctr">
                        <a:buNone/>
                      </a:pPr>
                      <a:r>
                        <a:rPr lang="zh-TW" altLang="en-US" sz="2000" b="1" i="0" u="none" strike="noStrike" dirty="0">
                          <a:solidFill>
                            <a:srgbClr val="000000"/>
                          </a:solidFill>
                          <a:effectLst/>
                          <a:latin typeface="微軟正黑體" panose="020B0604030504040204" pitchFamily="34" charset="-120"/>
                          <a:ea typeface="微軟正黑體" panose="020B0604030504040204" pitchFamily="34" charset="-120"/>
                        </a:rPr>
                        <a:t>中國自主品牌</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zh-TW" altLang="en-US" sz="2000" b="1" i="0" u="none" strike="noStrike" dirty="0">
                          <a:solidFill>
                            <a:srgbClr val="000000"/>
                          </a:solidFill>
                          <a:effectLst/>
                          <a:latin typeface="微軟正黑體" panose="020B0604030504040204" pitchFamily="34" charset="-120"/>
                          <a:ea typeface="微軟正黑體" panose="020B0604030504040204" pitchFamily="34" charset="-120"/>
                        </a:rPr>
                        <a:t>吉利、長安、理想、蔚來、小米、小鵬、極氪、奇瑞、北汽、賽力斯等。</a:t>
                      </a:r>
                    </a:p>
                  </a:txBody>
                  <a:tcPr marL="72000" marR="7200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zh-TW" altLang="en-US" sz="2000" b="1" i="0" u="none" strike="noStrike" dirty="0">
                          <a:solidFill>
                            <a:srgbClr val="000000"/>
                          </a:solidFill>
                          <a:effectLst/>
                          <a:latin typeface="微軟正黑體" panose="020B0604030504040204" pitchFamily="34" charset="-120"/>
                          <a:ea typeface="微軟正黑體" panose="020B0604030504040204" pitchFamily="34" charset="-120"/>
                        </a:rPr>
                        <a:t>支撐中國電動車高滲透率，並作為電池新技術導入場景。</a:t>
                      </a:r>
                    </a:p>
                  </a:txBody>
                  <a:tcPr marL="72000" marR="7200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2489233965"/>
                  </a:ext>
                </a:extLst>
              </a:tr>
              <a:tr h="777319">
                <a:tc>
                  <a:txBody>
                    <a:bodyPr/>
                    <a:lstStyle/>
                    <a:p>
                      <a:pPr algn="ctr" fontAlgn="ctr">
                        <a:buNone/>
                      </a:pPr>
                      <a:r>
                        <a:rPr lang="zh-TW" altLang="en-US" sz="2000" b="1" i="0" u="none" strike="noStrike" dirty="0">
                          <a:solidFill>
                            <a:srgbClr val="000000"/>
                          </a:solidFill>
                          <a:effectLst/>
                          <a:latin typeface="微軟正黑體" panose="020B0604030504040204" pitchFamily="34" charset="-120"/>
                          <a:ea typeface="微軟正黑體" panose="020B0604030504040204" pitchFamily="34" charset="-120"/>
                        </a:rPr>
                        <a:t>中國合資品牌</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zh-TW" altLang="en-US" sz="2000" b="1" i="0" u="none" strike="noStrike" dirty="0">
                          <a:solidFill>
                            <a:srgbClr val="000000"/>
                          </a:solidFill>
                          <a:effectLst/>
                          <a:latin typeface="微軟正黑體" panose="020B0604030504040204" pitchFamily="34" charset="-120"/>
                          <a:ea typeface="微軟正黑體" panose="020B0604030504040204" pitchFamily="34" charset="-120"/>
                        </a:rPr>
                        <a:t>一汽大眾、上汽大眾、上汽通用、華晨寶馬、北京賓士、長安馬自達、北京現代等。</a:t>
                      </a:r>
                    </a:p>
                  </a:txBody>
                  <a:tcPr marL="72000" marR="7200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zh-TW" altLang="en-US" sz="2000" b="1" i="0" u="none" strike="noStrike" dirty="0">
                          <a:solidFill>
                            <a:srgbClr val="000000"/>
                          </a:solidFill>
                          <a:effectLst/>
                          <a:latin typeface="微軟正黑體" panose="020B0604030504040204" pitchFamily="34" charset="-120"/>
                          <a:ea typeface="微軟正黑體" panose="020B0604030504040204" pitchFamily="34" charset="-120"/>
                        </a:rPr>
                        <a:t>配合外資車廠在中國市場的在地供應需求</a:t>
                      </a:r>
                    </a:p>
                  </a:txBody>
                  <a:tcPr marL="72000" marR="7200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4186430601"/>
                  </a:ext>
                </a:extLst>
              </a:tr>
              <a:tr h="777319">
                <a:tc>
                  <a:txBody>
                    <a:bodyPr/>
                    <a:lstStyle/>
                    <a:p>
                      <a:pPr algn="ctr" fontAlgn="ctr">
                        <a:buNone/>
                      </a:pPr>
                      <a:r>
                        <a:rPr lang="zh-TW" altLang="en-US" sz="2000" b="1" i="0" u="none" strike="noStrike">
                          <a:solidFill>
                            <a:srgbClr val="000000"/>
                          </a:solidFill>
                          <a:effectLst/>
                          <a:latin typeface="微軟正黑體" panose="020B0604030504040204" pitchFamily="34" charset="-120"/>
                          <a:ea typeface="微軟正黑體" panose="020B0604030504040204" pitchFamily="34" charset="-120"/>
                        </a:rPr>
                        <a:t>國際車廠</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2000" b="1" i="0" u="none" strike="noStrike" dirty="0" err="1">
                          <a:solidFill>
                            <a:srgbClr val="000000"/>
                          </a:solidFill>
                          <a:effectLst/>
                          <a:latin typeface="微軟正黑體" panose="020B0604030504040204" pitchFamily="34" charset="-120"/>
                          <a:ea typeface="微軟正黑體" panose="020B0604030504040204" pitchFamily="34" charset="-120"/>
                        </a:rPr>
                        <a:t>Tesla、BMW</a:t>
                      </a:r>
                      <a:r>
                        <a:rPr lang="en-US" sz="2000" b="1" i="0" u="none" strike="noStrike" dirty="0">
                          <a:solidFill>
                            <a:srgbClr val="000000"/>
                          </a:solidFill>
                          <a:effectLst/>
                          <a:latin typeface="微軟正黑體" panose="020B0604030504040204" pitchFamily="34" charset="-120"/>
                          <a:ea typeface="微軟正黑體" panose="020B0604030504040204" pitchFamily="34" charset="-120"/>
                        </a:rPr>
                        <a:t>、</a:t>
                      </a:r>
                      <a:r>
                        <a:rPr lang="zh-TW" altLang="en-US" sz="2000" b="1" i="0" u="none" strike="noStrike" dirty="0">
                          <a:solidFill>
                            <a:srgbClr val="000000"/>
                          </a:solidFill>
                          <a:effectLst/>
                          <a:latin typeface="微軟正黑體" panose="020B0604030504040204" pitchFamily="34" charset="-120"/>
                          <a:ea typeface="微軟正黑體" panose="020B0604030504040204" pitchFamily="34" charset="-120"/>
                        </a:rPr>
                        <a:t>賓士、福斯、</a:t>
                      </a:r>
                      <a:r>
                        <a:rPr lang="en-US" sz="2000" b="1" i="0" u="none" strike="noStrike" dirty="0">
                          <a:solidFill>
                            <a:srgbClr val="000000"/>
                          </a:solidFill>
                          <a:effectLst/>
                          <a:latin typeface="微軟正黑體" panose="020B0604030504040204" pitchFamily="34" charset="-120"/>
                          <a:ea typeface="微軟正黑體" panose="020B0604030504040204" pitchFamily="34" charset="-120"/>
                        </a:rPr>
                        <a:t>Stellantis、</a:t>
                      </a:r>
                      <a:r>
                        <a:rPr lang="zh-TW" altLang="en-US" sz="2000" b="1" i="0" u="none" strike="noStrike" dirty="0">
                          <a:solidFill>
                            <a:srgbClr val="000000"/>
                          </a:solidFill>
                          <a:effectLst/>
                          <a:latin typeface="微軟正黑體" panose="020B0604030504040204" pitchFamily="34" charset="-120"/>
                          <a:ea typeface="微軟正黑體" panose="020B0604030504040204" pitchFamily="34" charset="-120"/>
                        </a:rPr>
                        <a:t>福特、</a:t>
                      </a:r>
                      <a:r>
                        <a:rPr lang="en-US" sz="2000" b="1" i="0" u="none" strike="noStrike" dirty="0">
                          <a:solidFill>
                            <a:srgbClr val="000000"/>
                          </a:solidFill>
                          <a:effectLst/>
                          <a:latin typeface="微軟正黑體" panose="020B0604030504040204" pitchFamily="34" charset="-120"/>
                          <a:ea typeface="微軟正黑體" panose="020B0604030504040204" pitchFamily="34" charset="-120"/>
                        </a:rPr>
                        <a:t>Volvo、</a:t>
                      </a:r>
                      <a:r>
                        <a:rPr lang="zh-TW" altLang="en-US" sz="2000" b="1" i="0" u="none" strike="noStrike" dirty="0">
                          <a:solidFill>
                            <a:srgbClr val="000000"/>
                          </a:solidFill>
                          <a:effectLst/>
                          <a:latin typeface="微軟正黑體" panose="020B0604030504040204" pitchFamily="34" charset="-120"/>
                          <a:ea typeface="微軟正黑體" panose="020B0604030504040204" pitchFamily="34" charset="-120"/>
                        </a:rPr>
                        <a:t>豐田、本田、現代等。</a:t>
                      </a:r>
                    </a:p>
                  </a:txBody>
                  <a:tcPr marL="72000" marR="7200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zh-TW" altLang="en-US" sz="2000" b="1" i="0" u="none" strike="noStrike" dirty="0">
                          <a:solidFill>
                            <a:srgbClr val="000000"/>
                          </a:solidFill>
                          <a:effectLst/>
                          <a:latin typeface="微軟正黑體" panose="020B0604030504040204" pitchFamily="34" charset="-120"/>
                          <a:ea typeface="微軟正黑體" panose="020B0604030504040204" pitchFamily="34" charset="-120"/>
                        </a:rPr>
                        <a:t>擴大海外車廠客戶，強化歐洲在地化供應。</a:t>
                      </a:r>
                    </a:p>
                  </a:txBody>
                  <a:tcPr marL="72000" marR="7200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742583942"/>
                  </a:ext>
                </a:extLst>
              </a:tr>
              <a:tr h="777319">
                <a:tc>
                  <a:txBody>
                    <a:bodyPr/>
                    <a:lstStyle/>
                    <a:p>
                      <a:pPr algn="ctr" fontAlgn="ctr">
                        <a:buNone/>
                      </a:pPr>
                      <a:r>
                        <a:rPr lang="zh-TW" altLang="en-US" sz="2000" b="1" i="0" u="none" strike="noStrike" dirty="0">
                          <a:solidFill>
                            <a:srgbClr val="000000"/>
                          </a:solidFill>
                          <a:effectLst/>
                          <a:latin typeface="微軟正黑體" panose="020B0604030504040204" pitchFamily="34" charset="-120"/>
                          <a:ea typeface="微軟正黑體" panose="020B0604030504040204" pitchFamily="34" charset="-120"/>
                        </a:rPr>
                        <a:t>商用車／重卡</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zh-TW" altLang="en-US" sz="2000" b="1" i="0" u="none" strike="noStrike" dirty="0">
                          <a:solidFill>
                            <a:srgbClr val="000000"/>
                          </a:solidFill>
                          <a:effectLst/>
                          <a:latin typeface="微軟正黑體" panose="020B0604030504040204" pitchFamily="34" charset="-120"/>
                          <a:ea typeface="微軟正黑體" panose="020B0604030504040204" pitchFamily="34" charset="-120"/>
                        </a:rPr>
                        <a:t>一汽解放、北汽福田、東風商用車、陝汽、戴姆勒卡車等。</a:t>
                      </a:r>
                    </a:p>
                  </a:txBody>
                  <a:tcPr marL="72000" marR="7200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zh-TW" altLang="en-US" sz="2000" b="1" i="0" u="none" strike="noStrike" dirty="0">
                          <a:solidFill>
                            <a:srgbClr val="000000"/>
                          </a:solidFill>
                          <a:effectLst/>
                          <a:latin typeface="微軟正黑體" panose="020B0604030504040204" pitchFamily="34" charset="-120"/>
                          <a:ea typeface="微軟正黑體" panose="020B0604030504040204" pitchFamily="34" charset="-120"/>
                        </a:rPr>
                        <a:t>由乘用車延伸至重卡、物流與幹線運輸電動化。</a:t>
                      </a:r>
                    </a:p>
                  </a:txBody>
                  <a:tcPr marL="72000" marR="7200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2923013781"/>
                  </a:ext>
                </a:extLst>
              </a:tr>
              <a:tr h="481087">
                <a:tc>
                  <a:txBody>
                    <a:bodyPr/>
                    <a:lstStyle/>
                    <a:p>
                      <a:pPr algn="ctr" fontAlgn="ctr">
                        <a:buNone/>
                      </a:pPr>
                      <a:r>
                        <a:rPr lang="zh-TW" altLang="en-US" sz="2000" b="1" i="0" u="none" strike="noStrike" dirty="0">
                          <a:solidFill>
                            <a:srgbClr val="000000"/>
                          </a:solidFill>
                          <a:effectLst/>
                          <a:latin typeface="微軟正黑體" panose="020B0604030504040204" pitchFamily="34" charset="-120"/>
                          <a:ea typeface="微軟正黑體" panose="020B0604030504040204" pitchFamily="34" charset="-120"/>
                        </a:rPr>
                        <a:t>底盤平台合作</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zh-TW" altLang="en-US" sz="2000" b="1" i="0" u="none" strike="noStrike" dirty="0">
                          <a:solidFill>
                            <a:srgbClr val="000000"/>
                          </a:solidFill>
                          <a:effectLst/>
                          <a:latin typeface="微軟正黑體" panose="020B0604030504040204" pitchFamily="34" charset="-120"/>
                          <a:ea typeface="微軟正黑體" panose="020B0604030504040204" pitchFamily="34" charset="-120"/>
                        </a:rPr>
                        <a:t>北汽、阿維塔、土耳其</a:t>
                      </a:r>
                      <a:r>
                        <a:rPr lang="en-US" altLang="zh-TW" sz="2000" b="1" i="0" u="none" strike="noStrike" dirty="0" err="1">
                          <a:solidFill>
                            <a:srgbClr val="000000"/>
                          </a:solidFill>
                          <a:effectLst/>
                          <a:latin typeface="微軟正黑體" panose="020B0604030504040204" pitchFamily="34" charset="-120"/>
                          <a:ea typeface="微軟正黑體" panose="020B0604030504040204" pitchFamily="34" charset="-120"/>
                        </a:rPr>
                        <a:t>Togg</a:t>
                      </a:r>
                      <a:r>
                        <a:rPr lang="zh-TW" altLang="en-US" sz="2000" b="1" i="0" u="none" strike="noStrike" dirty="0">
                          <a:solidFill>
                            <a:srgbClr val="000000"/>
                          </a:solidFill>
                          <a:effectLst/>
                          <a:latin typeface="微軟正黑體" panose="020B0604030504040204" pitchFamily="34" charset="-120"/>
                          <a:ea typeface="微軟正黑體" panose="020B0604030504040204" pitchFamily="34" charset="-120"/>
                        </a:rPr>
                        <a:t>等。</a:t>
                      </a:r>
                    </a:p>
                  </a:txBody>
                  <a:tcPr marL="72000" marR="7200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zh-TW" altLang="en-US" sz="2000" b="1" i="0" u="none" strike="noStrike" dirty="0">
                          <a:solidFill>
                            <a:srgbClr val="000000"/>
                          </a:solidFill>
                          <a:effectLst/>
                          <a:latin typeface="微軟正黑體" panose="020B0604030504040204" pitchFamily="34" charset="-120"/>
                          <a:ea typeface="微軟正黑體" panose="020B0604030504040204" pitchFamily="34" charset="-120"/>
                        </a:rPr>
                        <a:t>由電池供應延伸至底盤與整車平台合作</a:t>
                      </a:r>
                    </a:p>
                  </a:txBody>
                  <a:tcPr marL="72000" marR="7200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2487053813"/>
                  </a:ext>
                </a:extLst>
              </a:tr>
              <a:tr h="472611">
                <a:tc>
                  <a:txBody>
                    <a:bodyPr/>
                    <a:lstStyle/>
                    <a:p>
                      <a:pPr algn="ctr" fontAlgn="ctr">
                        <a:buNone/>
                      </a:pPr>
                      <a:r>
                        <a:rPr lang="zh-TW" altLang="en-US" sz="2000" b="1" i="0" u="none" strike="noStrike" dirty="0">
                          <a:solidFill>
                            <a:srgbClr val="000000"/>
                          </a:solidFill>
                          <a:effectLst/>
                          <a:latin typeface="微軟正黑體" panose="020B0604030504040204" pitchFamily="34" charset="-120"/>
                          <a:ea typeface="微軟正黑體" panose="020B0604030504040204" pitchFamily="34" charset="-120"/>
                        </a:rPr>
                        <a:t>新興市場合作</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zh-TW" altLang="en-US" sz="2000" b="1" i="0" u="none" strike="noStrike" dirty="0">
                          <a:solidFill>
                            <a:srgbClr val="000000"/>
                          </a:solidFill>
                          <a:effectLst/>
                          <a:latin typeface="微軟正黑體" panose="020B0604030504040204" pitchFamily="34" charset="-120"/>
                          <a:ea typeface="微軟正黑體" panose="020B0604030504040204" pitchFamily="34" charset="-120"/>
                        </a:rPr>
                        <a:t>土耳其</a:t>
                      </a:r>
                      <a:r>
                        <a:rPr lang="en-US" sz="2000" b="1" i="0" u="none" strike="noStrike" dirty="0" err="1">
                          <a:solidFill>
                            <a:srgbClr val="000000"/>
                          </a:solidFill>
                          <a:effectLst/>
                          <a:latin typeface="微軟正黑體" panose="020B0604030504040204" pitchFamily="34" charset="-120"/>
                          <a:ea typeface="微軟正黑體" panose="020B0604030504040204" pitchFamily="34" charset="-120"/>
                        </a:rPr>
                        <a:t>Togg</a:t>
                      </a:r>
                      <a:r>
                        <a:rPr lang="en-US" sz="2000" b="1" i="0" u="none" strike="noStrike" dirty="0">
                          <a:solidFill>
                            <a:srgbClr val="000000"/>
                          </a:solidFill>
                          <a:effectLst/>
                          <a:latin typeface="微軟正黑體" panose="020B0604030504040204" pitchFamily="34" charset="-120"/>
                          <a:ea typeface="微軟正黑體" panose="020B0604030504040204" pitchFamily="34" charset="-120"/>
                        </a:rPr>
                        <a:t>、</a:t>
                      </a:r>
                      <a:r>
                        <a:rPr lang="zh-TW" altLang="en-US" sz="2000" b="1" i="0" u="none" strike="noStrike" dirty="0">
                          <a:solidFill>
                            <a:srgbClr val="000000"/>
                          </a:solidFill>
                          <a:effectLst/>
                          <a:latin typeface="微軟正黑體" panose="020B0604030504040204" pitchFamily="34" charset="-120"/>
                          <a:ea typeface="微軟正黑體" panose="020B0604030504040204" pitchFamily="34" charset="-120"/>
                        </a:rPr>
                        <a:t>越南</a:t>
                      </a:r>
                      <a:r>
                        <a:rPr lang="en-US" sz="2000" b="1" i="0" u="none" strike="noStrike" dirty="0" err="1">
                          <a:solidFill>
                            <a:srgbClr val="000000"/>
                          </a:solidFill>
                          <a:effectLst/>
                          <a:latin typeface="微軟正黑體" panose="020B0604030504040204" pitchFamily="34" charset="-120"/>
                          <a:ea typeface="微軟正黑體" panose="020B0604030504040204" pitchFamily="34" charset="-120"/>
                        </a:rPr>
                        <a:t>VinFast</a:t>
                      </a:r>
                      <a:r>
                        <a:rPr lang="zh-TW" altLang="en-US" sz="2000" b="1" i="0" u="none" strike="noStrike" dirty="0">
                          <a:solidFill>
                            <a:srgbClr val="000000"/>
                          </a:solidFill>
                          <a:effectLst/>
                          <a:latin typeface="微軟正黑體" panose="020B0604030504040204" pitchFamily="34" charset="-120"/>
                          <a:ea typeface="微軟正黑體" panose="020B0604030504040204" pitchFamily="34" charset="-120"/>
                        </a:rPr>
                        <a:t>等。</a:t>
                      </a:r>
                    </a:p>
                  </a:txBody>
                  <a:tcPr marL="72000" marR="7200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zh-TW" altLang="en-US" sz="2000" b="1" i="0" u="none" strike="noStrike" dirty="0">
                          <a:solidFill>
                            <a:srgbClr val="000000"/>
                          </a:solidFill>
                          <a:effectLst/>
                          <a:latin typeface="微軟正黑體" panose="020B0604030504040204" pitchFamily="34" charset="-120"/>
                          <a:ea typeface="微軟正黑體" panose="020B0604030504040204" pitchFamily="34" charset="-120"/>
                        </a:rPr>
                        <a:t>擴大土耳其、越南等新興市場布局。</a:t>
                      </a:r>
                    </a:p>
                  </a:txBody>
                  <a:tcPr marL="72000" marR="7200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240663280"/>
                  </a:ext>
                </a:extLst>
              </a:tr>
            </a:tbl>
          </a:graphicData>
        </a:graphic>
      </p:graphicFrame>
    </p:spTree>
    <p:extLst>
      <p:ext uri="{BB962C8B-B14F-4D97-AF65-F5344CB8AC3E}">
        <p14:creationId xmlns:p14="http://schemas.microsoft.com/office/powerpoint/2010/main" val="2145589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219FBBCD-7E25-E724-E84C-70441D458BE1}"/>
              </a:ext>
            </a:extLst>
          </p:cNvPr>
          <p:cNvSpPr>
            <a:spLocks noGrp="1"/>
          </p:cNvSpPr>
          <p:nvPr>
            <p:ph type="title"/>
          </p:nvPr>
        </p:nvSpPr>
        <p:spPr/>
        <p:txBody>
          <a:bodyPr/>
          <a:lstStyle/>
          <a:p>
            <a:r>
              <a:rPr lang="zh-TW" altLang="en-US" dirty="0"/>
              <a:t>寧德時代海外建廠布局　支撐全球化與在地供應能力</a:t>
            </a:r>
          </a:p>
        </p:txBody>
      </p:sp>
      <p:sp>
        <p:nvSpPr>
          <p:cNvPr id="4" name="文字版面配置區 3">
            <a:extLst>
              <a:ext uri="{FF2B5EF4-FFF2-40B4-BE49-F238E27FC236}">
                <a16:creationId xmlns:a16="http://schemas.microsoft.com/office/drawing/2014/main" xmlns="" id="{A27DBF0A-9F7D-C6AC-10AB-C5A264CDF0AF}"/>
              </a:ext>
            </a:extLst>
          </p:cNvPr>
          <p:cNvSpPr>
            <a:spLocks noGrp="1"/>
          </p:cNvSpPr>
          <p:nvPr>
            <p:ph type="body" sz="quarter" idx="10"/>
          </p:nvPr>
        </p:nvSpPr>
        <p:spPr/>
        <p:txBody>
          <a:bodyPr/>
          <a:lstStyle/>
          <a:p>
            <a:r>
              <a:rPr lang="zh-TW" altLang="en-US" dirty="0">
                <a:latin typeface="微軟正黑體" panose="020B0604030504040204" pitchFamily="34" charset="-120"/>
              </a:rPr>
              <a:t>資料來源：寧德時代、各廠商，</a:t>
            </a:r>
            <a:r>
              <a:rPr lang="en-US" altLang="zh-TW" dirty="0">
                <a:latin typeface="微軟正黑體" panose="020B0604030504040204" pitchFamily="34" charset="-120"/>
              </a:rPr>
              <a:t>DIGITIMES</a:t>
            </a:r>
            <a:r>
              <a:rPr lang="zh-TW" altLang="en-US" dirty="0">
                <a:latin typeface="微軟正黑體" panose="020B0604030504040204" pitchFamily="34" charset="-120"/>
              </a:rPr>
              <a:t>整理，</a:t>
            </a:r>
            <a:r>
              <a:rPr lang="en-US" altLang="zh-TW" dirty="0">
                <a:latin typeface="微軟正黑體" panose="020B0604030504040204" pitchFamily="34" charset="-120"/>
              </a:rPr>
              <a:t>2026/6</a:t>
            </a:r>
          </a:p>
        </p:txBody>
      </p:sp>
      <p:sp>
        <p:nvSpPr>
          <p:cNvPr id="6" name="文字方塊 5">
            <a:extLst>
              <a:ext uri="{FF2B5EF4-FFF2-40B4-BE49-F238E27FC236}">
                <a16:creationId xmlns:a16="http://schemas.microsoft.com/office/drawing/2014/main" xmlns="" id="{AFF1C5B5-6166-B1CF-2C9D-EFBAF1CB8FBE}"/>
              </a:ext>
            </a:extLst>
          </p:cNvPr>
          <p:cNvSpPr txBox="1"/>
          <p:nvPr/>
        </p:nvSpPr>
        <p:spPr>
          <a:xfrm>
            <a:off x="3045913" y="1198987"/>
            <a:ext cx="6100174" cy="430887"/>
          </a:xfrm>
          <a:prstGeom prst="rect">
            <a:avLst/>
          </a:prstGeom>
          <a:noFill/>
        </p:spPr>
        <p:txBody>
          <a:bodyPr wrap="square">
            <a:spAutoFit/>
          </a:bodyPr>
          <a:lstStyle/>
          <a:p>
            <a:pPr algn="ctr">
              <a:buNone/>
            </a:pPr>
            <a:r>
              <a:rPr lang="zh-TW" altLang="en-US" sz="2200" b="1" dirty="0">
                <a:latin typeface="微軟正黑體" panose="020B0604030504040204" pitchFamily="34" charset="-120"/>
                <a:ea typeface="微軟正黑體" panose="020B0604030504040204" pitchFamily="34" charset="-120"/>
              </a:rPr>
              <a:t>寧德時代海外製造基地與產能規畫</a:t>
            </a:r>
            <a:endParaRPr lang="zh-TW" altLang="en-US" sz="2200" dirty="0">
              <a:latin typeface="微軟正黑體" panose="020B0604030504040204" pitchFamily="34" charset="-120"/>
              <a:ea typeface="微軟正黑體" panose="020B0604030504040204" pitchFamily="34" charset="-120"/>
            </a:endParaRPr>
          </a:p>
        </p:txBody>
      </p:sp>
      <p:graphicFrame>
        <p:nvGraphicFramePr>
          <p:cNvPr id="7" name="表格 6">
            <a:extLst>
              <a:ext uri="{FF2B5EF4-FFF2-40B4-BE49-F238E27FC236}">
                <a16:creationId xmlns:a16="http://schemas.microsoft.com/office/drawing/2014/main" xmlns="" id="{CB72D2AF-0D81-9A14-9F8E-BD4FC4A3F9E8}"/>
              </a:ext>
            </a:extLst>
          </p:cNvPr>
          <p:cNvGraphicFramePr>
            <a:graphicFrameLocks noGrp="1"/>
          </p:cNvGraphicFramePr>
          <p:nvPr>
            <p:extLst>
              <p:ext uri="{D42A27DB-BD31-4B8C-83A1-F6EECF244321}">
                <p14:modId xmlns:p14="http://schemas.microsoft.com/office/powerpoint/2010/main" val="2408206600"/>
              </p:ext>
            </p:extLst>
          </p:nvPr>
        </p:nvGraphicFramePr>
        <p:xfrm>
          <a:off x="150312" y="1703540"/>
          <a:ext cx="11899726" cy="4555578"/>
        </p:xfrm>
        <a:graphic>
          <a:graphicData uri="http://schemas.openxmlformats.org/drawingml/2006/table">
            <a:tbl>
              <a:tblPr>
                <a:tableStyleId>{5C22544A-7EE6-4342-B048-85BDC9FD1C3A}</a:tableStyleId>
              </a:tblPr>
              <a:tblGrid>
                <a:gridCol w="1970908">
                  <a:extLst>
                    <a:ext uri="{9D8B030D-6E8A-4147-A177-3AD203B41FA5}">
                      <a16:colId xmlns:a16="http://schemas.microsoft.com/office/drawing/2014/main" xmlns="" val="4073261334"/>
                    </a:ext>
                  </a:extLst>
                </a:gridCol>
                <a:gridCol w="2187734">
                  <a:extLst>
                    <a:ext uri="{9D8B030D-6E8A-4147-A177-3AD203B41FA5}">
                      <a16:colId xmlns:a16="http://schemas.microsoft.com/office/drawing/2014/main" xmlns="" val="3538090065"/>
                    </a:ext>
                  </a:extLst>
                </a:gridCol>
                <a:gridCol w="1749034">
                  <a:extLst>
                    <a:ext uri="{9D8B030D-6E8A-4147-A177-3AD203B41FA5}">
                      <a16:colId xmlns:a16="http://schemas.microsoft.com/office/drawing/2014/main" xmlns="" val="1180704645"/>
                    </a:ext>
                  </a:extLst>
                </a:gridCol>
                <a:gridCol w="5992050">
                  <a:extLst>
                    <a:ext uri="{9D8B030D-6E8A-4147-A177-3AD203B41FA5}">
                      <a16:colId xmlns:a16="http://schemas.microsoft.com/office/drawing/2014/main" xmlns="" val="3461516586"/>
                    </a:ext>
                  </a:extLst>
                </a:gridCol>
              </a:tblGrid>
              <a:tr h="438411">
                <a:tc>
                  <a:txBody>
                    <a:bodyPr/>
                    <a:lstStyle/>
                    <a:p>
                      <a:pPr algn="ctr" fontAlgn="ctr">
                        <a:buNone/>
                      </a:pPr>
                      <a:r>
                        <a:rPr lang="zh-TW" altLang="en-US" sz="2200" b="1" u="none" strike="noStrike" dirty="0">
                          <a:solidFill>
                            <a:schemeClr val="bg1"/>
                          </a:solidFill>
                          <a:effectLst/>
                          <a:latin typeface="微軟正黑體" panose="020B0604030504040204" pitchFamily="34" charset="-120"/>
                          <a:ea typeface="微軟正黑體" panose="020B0604030504040204" pitchFamily="34" charset="-120"/>
                        </a:rPr>
                        <a:t>廠區</a:t>
                      </a:r>
                      <a:endParaRPr lang="zh-TW" altLang="en-US" sz="2200" b="1" i="0" u="none" strike="noStrike" dirty="0">
                        <a:solidFill>
                          <a:schemeClr val="bg1"/>
                        </a:solidFill>
                        <a:effectLst/>
                        <a:latin typeface="微軟正黑體" panose="020B0604030504040204" pitchFamily="34" charset="-120"/>
                        <a:ea typeface="微軟正黑體" panose="020B0604030504040204" pitchFamily="34" charset="-120"/>
                      </a:endParaRPr>
                    </a:p>
                  </a:txBody>
                  <a:tcPr marL="72000" marR="7200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487E"/>
                    </a:solidFill>
                  </a:tcPr>
                </a:tc>
                <a:tc>
                  <a:txBody>
                    <a:bodyPr/>
                    <a:lstStyle/>
                    <a:p>
                      <a:pPr algn="ctr" fontAlgn="ctr">
                        <a:buNone/>
                      </a:pPr>
                      <a:r>
                        <a:rPr lang="zh-TW" altLang="en-US" sz="2200" b="1" u="none" strike="noStrike" dirty="0">
                          <a:solidFill>
                            <a:schemeClr val="bg1"/>
                          </a:solidFill>
                          <a:effectLst/>
                          <a:latin typeface="微軟正黑體" panose="020B0604030504040204" pitchFamily="34" charset="-120"/>
                          <a:ea typeface="微軟正黑體" panose="020B0604030504040204" pitchFamily="34" charset="-120"/>
                        </a:rPr>
                        <a:t>產能規畫</a:t>
                      </a:r>
                      <a:endParaRPr lang="zh-TW" altLang="en-US" sz="2200" b="1" i="0" u="none" strike="noStrike" dirty="0">
                        <a:solidFill>
                          <a:schemeClr val="bg1"/>
                        </a:solidFill>
                        <a:effectLst/>
                        <a:latin typeface="微軟正黑體" panose="020B0604030504040204" pitchFamily="34" charset="-120"/>
                        <a:ea typeface="微軟正黑體" panose="020B0604030504040204" pitchFamily="34" charset="-120"/>
                      </a:endParaRPr>
                    </a:p>
                  </a:txBody>
                  <a:tcPr marL="72000" marR="7200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487E"/>
                    </a:solidFill>
                  </a:tcPr>
                </a:tc>
                <a:tc>
                  <a:txBody>
                    <a:bodyPr/>
                    <a:lstStyle/>
                    <a:p>
                      <a:pPr algn="ctr" fontAlgn="ctr">
                        <a:buNone/>
                      </a:pPr>
                      <a:r>
                        <a:rPr lang="zh-TW" altLang="en-US" sz="2200" b="1" u="none" strike="noStrike" dirty="0">
                          <a:solidFill>
                            <a:schemeClr val="bg1"/>
                          </a:solidFill>
                          <a:effectLst/>
                          <a:latin typeface="微軟正黑體" panose="020B0604030504040204" pitchFamily="34" charset="-120"/>
                          <a:ea typeface="微軟正黑體" panose="020B0604030504040204" pitchFamily="34" charset="-120"/>
                        </a:rPr>
                        <a:t>投資金額</a:t>
                      </a:r>
                      <a:endParaRPr lang="zh-TW" altLang="en-US" sz="2200" b="1" i="0" u="none" strike="noStrike" dirty="0">
                        <a:solidFill>
                          <a:schemeClr val="bg1"/>
                        </a:solidFill>
                        <a:effectLst/>
                        <a:latin typeface="微軟正黑體" panose="020B0604030504040204" pitchFamily="34" charset="-120"/>
                        <a:ea typeface="微軟正黑體" panose="020B0604030504040204" pitchFamily="34" charset="-120"/>
                      </a:endParaRPr>
                    </a:p>
                  </a:txBody>
                  <a:tcPr marL="72000" marR="7200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487E"/>
                    </a:solidFill>
                  </a:tcPr>
                </a:tc>
                <a:tc>
                  <a:txBody>
                    <a:bodyPr/>
                    <a:lstStyle/>
                    <a:p>
                      <a:pPr algn="ctr" fontAlgn="ctr">
                        <a:buNone/>
                      </a:pPr>
                      <a:r>
                        <a:rPr lang="zh-TW" altLang="en-US" sz="2200" b="1" u="none" strike="noStrike" dirty="0">
                          <a:solidFill>
                            <a:schemeClr val="bg1"/>
                          </a:solidFill>
                          <a:effectLst/>
                          <a:latin typeface="微軟正黑體" panose="020B0604030504040204" pitchFamily="34" charset="-120"/>
                          <a:ea typeface="微軟正黑體" panose="020B0604030504040204" pitchFamily="34" charset="-120"/>
                        </a:rPr>
                        <a:t>說明</a:t>
                      </a:r>
                      <a:endParaRPr lang="zh-TW" altLang="en-US" sz="2200" b="1" i="0" u="none" strike="noStrike" dirty="0">
                        <a:solidFill>
                          <a:schemeClr val="bg1"/>
                        </a:solidFill>
                        <a:effectLst/>
                        <a:latin typeface="微軟正黑體" panose="020B0604030504040204" pitchFamily="34" charset="-120"/>
                        <a:ea typeface="微軟正黑體" panose="020B0604030504040204" pitchFamily="34" charset="-120"/>
                      </a:endParaRPr>
                    </a:p>
                  </a:txBody>
                  <a:tcPr marL="72000" marR="7200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487E"/>
                    </a:solidFill>
                  </a:tcPr>
                </a:tc>
                <a:extLst>
                  <a:ext uri="{0D108BD9-81ED-4DB2-BD59-A6C34878D82A}">
                    <a16:rowId xmlns:a16="http://schemas.microsoft.com/office/drawing/2014/main" xmlns="" val="3260969945"/>
                  </a:ext>
                </a:extLst>
              </a:tr>
              <a:tr h="856378">
                <a:tc>
                  <a:txBody>
                    <a:bodyPr/>
                    <a:lstStyle/>
                    <a:p>
                      <a:pPr algn="ctr" fontAlgn="ctr">
                        <a:buNone/>
                      </a:pPr>
                      <a:r>
                        <a:rPr lang="zh-TW" altLang="en-US" sz="2000" b="1" u="none" strike="noStrike" dirty="0">
                          <a:effectLst/>
                          <a:latin typeface="微軟正黑體" panose="020B0604030504040204" pitchFamily="34" charset="-120"/>
                          <a:ea typeface="微軟正黑體" panose="020B0604030504040204" pitchFamily="34" charset="-120"/>
                        </a:rPr>
                        <a:t>德國圖林根</a:t>
                      </a:r>
                      <a:endParaRPr lang="zh-TW" altLang="en-US" sz="20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2000" marR="7200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CF3FF">
                        <a:alpha val="30196"/>
                      </a:srgbClr>
                    </a:solidFill>
                  </a:tcPr>
                </a:tc>
                <a:tc>
                  <a:txBody>
                    <a:bodyPr/>
                    <a:lstStyle/>
                    <a:p>
                      <a:pPr algn="ctr" fontAlgn="ctr">
                        <a:buNone/>
                      </a:pPr>
                      <a:r>
                        <a:rPr lang="en-US" sz="2000" b="1" u="none" strike="noStrike" dirty="0">
                          <a:effectLst/>
                          <a:latin typeface="微軟正黑體" panose="020B0604030504040204" pitchFamily="34" charset="-120"/>
                          <a:ea typeface="微軟正黑體" panose="020B0604030504040204" pitchFamily="34" charset="-120"/>
                        </a:rPr>
                        <a:t>14GWh</a:t>
                      </a:r>
                      <a:endParaRPr lang="en-US" sz="20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2000" marR="7200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CF3FF">
                        <a:alpha val="30196"/>
                      </a:srgbClr>
                    </a:solidFill>
                  </a:tcPr>
                </a:tc>
                <a:tc>
                  <a:txBody>
                    <a:bodyPr/>
                    <a:lstStyle/>
                    <a:p>
                      <a:pPr algn="ctr" fontAlgn="ctr">
                        <a:buNone/>
                      </a:pPr>
                      <a:r>
                        <a:rPr lang="en-US" altLang="zh-TW" sz="2000" b="1" u="none" strike="noStrike" dirty="0">
                          <a:effectLst/>
                          <a:latin typeface="微軟正黑體" panose="020B0604030504040204" pitchFamily="34" charset="-120"/>
                          <a:ea typeface="微軟正黑體" panose="020B0604030504040204" pitchFamily="34" charset="-120"/>
                        </a:rPr>
                        <a:t>18</a:t>
                      </a:r>
                      <a:r>
                        <a:rPr lang="zh-TW" altLang="en-US" sz="2000" b="1" u="none" strike="noStrike" dirty="0">
                          <a:effectLst/>
                          <a:latin typeface="微軟正黑體" panose="020B0604030504040204" pitchFamily="34" charset="-120"/>
                          <a:ea typeface="微軟正黑體" panose="020B0604030504040204" pitchFamily="34" charset="-120"/>
                        </a:rPr>
                        <a:t>億歐元</a:t>
                      </a:r>
                      <a:endParaRPr lang="zh-TW" altLang="en-US" sz="20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2000" marR="7200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CF3FF">
                        <a:alpha val="30196"/>
                      </a:srgbClr>
                    </a:solidFill>
                  </a:tcPr>
                </a:tc>
                <a:tc>
                  <a:txBody>
                    <a:bodyPr/>
                    <a:lstStyle/>
                    <a:p>
                      <a:pPr marL="174625" indent="-174625" algn="l" fontAlgn="ctr">
                        <a:buSzPct val="80000"/>
                        <a:buFont typeface="Wingdings" panose="05000000000000000000" pitchFamily="2" charset="2"/>
                        <a:buChar char="l"/>
                      </a:pPr>
                      <a:r>
                        <a:rPr lang="zh-TW" altLang="en-US" sz="2000" b="1" u="none" strike="noStrike" dirty="0">
                          <a:effectLst/>
                          <a:latin typeface="微軟正黑體" panose="020B0604030504040204" pitchFamily="34" charset="-120"/>
                          <a:ea typeface="微軟正黑體" panose="020B0604030504040204" pitchFamily="34" charset="-120"/>
                        </a:rPr>
                        <a:t>歐洲第一座電池製造基地，</a:t>
                      </a:r>
                      <a:r>
                        <a:rPr lang="en-US" altLang="zh-TW" sz="2000" b="1" u="none" strike="noStrike" dirty="0">
                          <a:effectLst/>
                          <a:latin typeface="微軟正黑體" panose="020B0604030504040204" pitchFamily="34" charset="-120"/>
                          <a:ea typeface="微軟正黑體" panose="020B0604030504040204" pitchFamily="34" charset="-120"/>
                        </a:rPr>
                        <a:t>2022</a:t>
                      </a:r>
                      <a:r>
                        <a:rPr lang="zh-TW" altLang="en-US" sz="2000" b="1" u="none" strike="noStrike" dirty="0">
                          <a:effectLst/>
                          <a:latin typeface="微軟正黑體" panose="020B0604030504040204" pitchFamily="34" charset="-120"/>
                          <a:ea typeface="微軟正黑體" panose="020B0604030504040204" pitchFamily="34" charset="-120"/>
                        </a:rPr>
                        <a:t>年底啟動電芯生產，貼近德系與歐洲車廠供應鏈。</a:t>
                      </a:r>
                      <a:endParaRPr lang="zh-TW" altLang="en-US" sz="20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2000" marR="7200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CF3FF">
                        <a:alpha val="30196"/>
                      </a:srgbClr>
                    </a:solidFill>
                  </a:tcPr>
                </a:tc>
                <a:extLst>
                  <a:ext uri="{0D108BD9-81ED-4DB2-BD59-A6C34878D82A}">
                    <a16:rowId xmlns:a16="http://schemas.microsoft.com/office/drawing/2014/main" xmlns="" val="979145624"/>
                  </a:ext>
                </a:extLst>
              </a:tr>
              <a:tr h="1080096">
                <a:tc>
                  <a:txBody>
                    <a:bodyPr/>
                    <a:lstStyle/>
                    <a:p>
                      <a:pPr algn="ctr" fontAlgn="ctr">
                        <a:buNone/>
                      </a:pPr>
                      <a:r>
                        <a:rPr lang="zh-TW" altLang="en-US" sz="2000" b="1" u="none" strike="noStrike" dirty="0">
                          <a:effectLst/>
                          <a:latin typeface="微軟正黑體" panose="020B0604030504040204" pitchFamily="34" charset="-120"/>
                          <a:ea typeface="微軟正黑體" panose="020B0604030504040204" pitchFamily="34" charset="-120"/>
                        </a:rPr>
                        <a:t>匈牙利德布勒森</a:t>
                      </a:r>
                      <a:endParaRPr lang="zh-TW" altLang="en-US" sz="20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2000" marR="7200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CF3FF">
                        <a:alpha val="30196"/>
                      </a:srgbClr>
                    </a:solidFill>
                  </a:tcPr>
                </a:tc>
                <a:tc>
                  <a:txBody>
                    <a:bodyPr/>
                    <a:lstStyle/>
                    <a:p>
                      <a:pPr algn="ctr" fontAlgn="ctr">
                        <a:buNone/>
                      </a:pPr>
                      <a:r>
                        <a:rPr lang="en-US" sz="2000" b="1" u="none" strike="noStrike">
                          <a:effectLst/>
                          <a:latin typeface="微軟正黑體" panose="020B0604030504040204" pitchFamily="34" charset="-120"/>
                          <a:ea typeface="微軟正黑體" panose="020B0604030504040204" pitchFamily="34" charset="-120"/>
                        </a:rPr>
                        <a:t>100GWh</a:t>
                      </a:r>
                      <a:endParaRPr lang="en-US" sz="2000" b="1" i="0" u="none" strike="noStrike">
                        <a:solidFill>
                          <a:srgbClr val="000000"/>
                        </a:solidFill>
                        <a:effectLst/>
                        <a:latin typeface="微軟正黑體" panose="020B0604030504040204" pitchFamily="34" charset="-120"/>
                        <a:ea typeface="微軟正黑體" panose="020B0604030504040204" pitchFamily="34" charset="-120"/>
                      </a:endParaRPr>
                    </a:p>
                  </a:txBody>
                  <a:tcPr marL="72000" marR="7200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CF3FF">
                        <a:alpha val="30196"/>
                      </a:srgbClr>
                    </a:solidFill>
                  </a:tcPr>
                </a:tc>
                <a:tc>
                  <a:txBody>
                    <a:bodyPr/>
                    <a:lstStyle/>
                    <a:p>
                      <a:pPr algn="ctr" fontAlgn="ctr">
                        <a:buNone/>
                      </a:pPr>
                      <a:r>
                        <a:rPr lang="zh-TW" altLang="en-US" sz="2000" b="1" u="none" strike="noStrike" dirty="0">
                          <a:effectLst/>
                          <a:latin typeface="微軟正黑體" panose="020B0604030504040204" pitchFamily="34" charset="-120"/>
                          <a:ea typeface="微軟正黑體" panose="020B0604030504040204" pitchFamily="34" charset="-120"/>
                        </a:rPr>
                        <a:t>約</a:t>
                      </a:r>
                      <a:r>
                        <a:rPr lang="en-US" altLang="zh-TW" sz="2000" b="1" u="none" strike="noStrike" dirty="0">
                          <a:effectLst/>
                          <a:latin typeface="微軟正黑體" panose="020B0604030504040204" pitchFamily="34" charset="-120"/>
                          <a:ea typeface="微軟正黑體" panose="020B0604030504040204" pitchFamily="34" charset="-120"/>
                        </a:rPr>
                        <a:t>73</a:t>
                      </a:r>
                      <a:r>
                        <a:rPr lang="zh-TW" altLang="en-US" sz="2000" b="1" u="none" strike="noStrike" dirty="0">
                          <a:effectLst/>
                          <a:latin typeface="微軟正黑體" panose="020B0604030504040204" pitchFamily="34" charset="-120"/>
                          <a:ea typeface="微軟正黑體" panose="020B0604030504040204" pitchFamily="34" charset="-120"/>
                        </a:rPr>
                        <a:t>億歐元</a:t>
                      </a:r>
                      <a:endParaRPr lang="zh-TW" altLang="en-US" sz="20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2000" marR="7200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CF3FF">
                        <a:alpha val="30196"/>
                      </a:srgbClr>
                    </a:solidFill>
                  </a:tcPr>
                </a:tc>
                <a:tc>
                  <a:txBody>
                    <a:bodyPr/>
                    <a:lstStyle/>
                    <a:p>
                      <a:pPr marL="174625" indent="-174625" algn="l" fontAlgn="ctr">
                        <a:buSzPct val="80000"/>
                        <a:buFont typeface="Wingdings" panose="05000000000000000000" pitchFamily="2" charset="2"/>
                        <a:buChar char="l"/>
                      </a:pPr>
                      <a:r>
                        <a:rPr lang="zh-TW" altLang="en-US" sz="2000" b="1" u="none" strike="noStrike" dirty="0">
                          <a:effectLst/>
                          <a:latin typeface="微軟正黑體" panose="020B0604030504040204" pitchFamily="34" charset="-120"/>
                          <a:ea typeface="微軟正黑體" panose="020B0604030504040204" pitchFamily="34" charset="-120"/>
                        </a:rPr>
                        <a:t>歐洲第二座大型電池製造基地，已啟動模組生產，電芯量產進入投產準備階段，穩固</a:t>
                      </a:r>
                      <a:r>
                        <a:rPr lang="en-US" altLang="zh-TW" sz="2000" b="1" u="none" strike="noStrike" dirty="0">
                          <a:effectLst/>
                          <a:latin typeface="微軟正黑體" panose="020B0604030504040204" pitchFamily="34" charset="-120"/>
                          <a:ea typeface="微軟正黑體" panose="020B0604030504040204" pitchFamily="34" charset="-120"/>
                        </a:rPr>
                        <a:t>BMW</a:t>
                      </a:r>
                      <a:r>
                        <a:rPr lang="zh-TW" altLang="en-US" sz="2000" b="1" u="none" strike="noStrike" dirty="0">
                          <a:effectLst/>
                          <a:latin typeface="微軟正黑體" panose="020B0604030504040204" pitchFamily="34" charset="-120"/>
                          <a:ea typeface="微軟正黑體" panose="020B0604030504040204" pitchFamily="34" charset="-120"/>
                        </a:rPr>
                        <a:t>、</a:t>
                      </a:r>
                      <a:r>
                        <a:rPr lang="en-US" altLang="zh-TW" sz="2000" b="1" u="none" strike="noStrike" dirty="0">
                          <a:effectLst/>
                          <a:latin typeface="微軟正黑體" panose="020B0604030504040204" pitchFamily="34" charset="-120"/>
                          <a:ea typeface="微軟正黑體" panose="020B0604030504040204" pitchFamily="34" charset="-120"/>
                        </a:rPr>
                        <a:t>Stellantis</a:t>
                      </a:r>
                      <a:r>
                        <a:rPr lang="zh-TW" altLang="en-US" sz="2000" b="1" u="none" strike="noStrike" dirty="0">
                          <a:effectLst/>
                          <a:latin typeface="微軟正黑體" panose="020B0604030504040204" pitchFamily="34" charset="-120"/>
                          <a:ea typeface="微軟正黑體" panose="020B0604030504040204" pitchFamily="34" charset="-120"/>
                        </a:rPr>
                        <a:t>、福斯等車廠需求。</a:t>
                      </a:r>
                      <a:endParaRPr lang="zh-TW" altLang="en-US" sz="20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2000" marR="7200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CF3FF">
                        <a:alpha val="30196"/>
                      </a:srgbClr>
                    </a:solidFill>
                  </a:tcPr>
                </a:tc>
                <a:extLst>
                  <a:ext uri="{0D108BD9-81ED-4DB2-BD59-A6C34878D82A}">
                    <a16:rowId xmlns:a16="http://schemas.microsoft.com/office/drawing/2014/main" xmlns="" val="662858077"/>
                  </a:ext>
                </a:extLst>
              </a:tr>
              <a:tr h="882535">
                <a:tc>
                  <a:txBody>
                    <a:bodyPr/>
                    <a:lstStyle/>
                    <a:p>
                      <a:pPr algn="ctr" fontAlgn="ctr">
                        <a:buNone/>
                      </a:pPr>
                      <a:r>
                        <a:rPr lang="zh-TW" altLang="en-US" sz="2000" b="1" u="none" strike="noStrike">
                          <a:effectLst/>
                          <a:latin typeface="微軟正黑體" panose="020B0604030504040204" pitchFamily="34" charset="-120"/>
                          <a:ea typeface="微軟正黑體" panose="020B0604030504040204" pitchFamily="34" charset="-120"/>
                        </a:rPr>
                        <a:t>西班牙薩拉戈薩</a:t>
                      </a:r>
                      <a:endParaRPr lang="zh-TW" altLang="en-US" sz="2000" b="1" i="0" u="none" strike="noStrike">
                        <a:solidFill>
                          <a:srgbClr val="000000"/>
                        </a:solidFill>
                        <a:effectLst/>
                        <a:latin typeface="微軟正黑體" panose="020B0604030504040204" pitchFamily="34" charset="-120"/>
                        <a:ea typeface="微軟正黑體" panose="020B0604030504040204" pitchFamily="34" charset="-120"/>
                      </a:endParaRPr>
                    </a:p>
                  </a:txBody>
                  <a:tcPr marL="72000" marR="7200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CF3FF">
                        <a:alpha val="30196"/>
                      </a:srgbClr>
                    </a:solidFill>
                  </a:tcPr>
                </a:tc>
                <a:tc>
                  <a:txBody>
                    <a:bodyPr/>
                    <a:lstStyle/>
                    <a:p>
                      <a:pPr algn="ctr" fontAlgn="ctr">
                        <a:buNone/>
                      </a:pPr>
                      <a:r>
                        <a:rPr lang="zh-TW" altLang="en-US" sz="2000" b="1" u="none" strike="noStrike">
                          <a:effectLst/>
                          <a:latin typeface="微軟正黑體" panose="020B0604030504040204" pitchFamily="34" charset="-120"/>
                          <a:ea typeface="微軟正黑體" panose="020B0604030504040204" pitchFamily="34" charset="-120"/>
                        </a:rPr>
                        <a:t>最高</a:t>
                      </a:r>
                      <a:r>
                        <a:rPr lang="en-US" altLang="zh-TW" sz="2000" b="1" u="none" strike="noStrike">
                          <a:effectLst/>
                          <a:latin typeface="微軟正黑體" panose="020B0604030504040204" pitchFamily="34" charset="-120"/>
                          <a:ea typeface="微軟正黑體" panose="020B0604030504040204" pitchFamily="34" charset="-120"/>
                        </a:rPr>
                        <a:t>50</a:t>
                      </a:r>
                      <a:r>
                        <a:rPr lang="en-US" sz="2000" b="1" u="none" strike="noStrike">
                          <a:effectLst/>
                          <a:latin typeface="微軟正黑體" panose="020B0604030504040204" pitchFamily="34" charset="-120"/>
                          <a:ea typeface="微軟正黑體" panose="020B0604030504040204" pitchFamily="34" charset="-120"/>
                        </a:rPr>
                        <a:t>GWh</a:t>
                      </a:r>
                      <a:endParaRPr lang="en-US" sz="2000" b="1" i="0" u="none" strike="noStrike">
                        <a:solidFill>
                          <a:srgbClr val="000000"/>
                        </a:solidFill>
                        <a:effectLst/>
                        <a:latin typeface="微軟正黑體" panose="020B0604030504040204" pitchFamily="34" charset="-120"/>
                        <a:ea typeface="微軟正黑體" panose="020B0604030504040204" pitchFamily="34" charset="-120"/>
                      </a:endParaRPr>
                    </a:p>
                  </a:txBody>
                  <a:tcPr marL="72000" marR="7200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CF3FF">
                        <a:alpha val="30196"/>
                      </a:srgbClr>
                    </a:solidFill>
                  </a:tcPr>
                </a:tc>
                <a:tc>
                  <a:txBody>
                    <a:bodyPr/>
                    <a:lstStyle/>
                    <a:p>
                      <a:pPr algn="ctr" fontAlgn="ctr">
                        <a:buNone/>
                      </a:pPr>
                      <a:r>
                        <a:rPr lang="zh-TW" altLang="en-US" sz="2000" b="1" u="none" strike="noStrike">
                          <a:effectLst/>
                          <a:latin typeface="微軟正黑體" panose="020B0604030504040204" pitchFamily="34" charset="-120"/>
                          <a:ea typeface="微軟正黑體" panose="020B0604030504040204" pitchFamily="34" charset="-120"/>
                        </a:rPr>
                        <a:t>最高</a:t>
                      </a:r>
                      <a:r>
                        <a:rPr lang="en-US" altLang="zh-TW" sz="2000" b="1" u="none" strike="noStrike">
                          <a:effectLst/>
                          <a:latin typeface="微軟正黑體" panose="020B0604030504040204" pitchFamily="34" charset="-120"/>
                          <a:ea typeface="微軟正黑體" panose="020B0604030504040204" pitchFamily="34" charset="-120"/>
                        </a:rPr>
                        <a:t>41</a:t>
                      </a:r>
                      <a:r>
                        <a:rPr lang="zh-TW" altLang="en-US" sz="2000" b="1" u="none" strike="noStrike">
                          <a:effectLst/>
                          <a:latin typeface="微軟正黑體" panose="020B0604030504040204" pitchFamily="34" charset="-120"/>
                          <a:ea typeface="微軟正黑體" panose="020B0604030504040204" pitchFamily="34" charset="-120"/>
                        </a:rPr>
                        <a:t>億歐元</a:t>
                      </a:r>
                      <a:endParaRPr lang="zh-TW" altLang="en-US" sz="2000" b="1" i="0" u="none" strike="noStrike">
                        <a:solidFill>
                          <a:srgbClr val="000000"/>
                        </a:solidFill>
                        <a:effectLst/>
                        <a:latin typeface="微軟正黑體" panose="020B0604030504040204" pitchFamily="34" charset="-120"/>
                        <a:ea typeface="微軟正黑體" panose="020B0604030504040204" pitchFamily="34" charset="-120"/>
                      </a:endParaRPr>
                    </a:p>
                  </a:txBody>
                  <a:tcPr marL="72000" marR="7200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CF3FF">
                        <a:alpha val="30196"/>
                      </a:srgbClr>
                    </a:solidFill>
                  </a:tcPr>
                </a:tc>
                <a:tc>
                  <a:txBody>
                    <a:bodyPr/>
                    <a:lstStyle/>
                    <a:p>
                      <a:pPr marL="174625" indent="-174625" algn="l" fontAlgn="ctr">
                        <a:buSzPct val="80000"/>
                        <a:buFont typeface="Wingdings" panose="05000000000000000000" pitchFamily="2" charset="2"/>
                        <a:buChar char="l"/>
                      </a:pPr>
                      <a:r>
                        <a:rPr lang="zh-TW" altLang="en-US" sz="2000" b="1" u="none" strike="noStrike" dirty="0">
                          <a:effectLst/>
                          <a:latin typeface="微軟正黑體" panose="020B0604030504040204" pitchFamily="34" charset="-120"/>
                          <a:ea typeface="微軟正黑體" panose="020B0604030504040204" pitchFamily="34" charset="-120"/>
                        </a:rPr>
                        <a:t>與</a:t>
                      </a:r>
                      <a:r>
                        <a:rPr lang="en-US" altLang="zh-TW" sz="2000" b="1" u="none" strike="noStrike" dirty="0">
                          <a:effectLst/>
                          <a:latin typeface="微軟正黑體" panose="020B0604030504040204" pitchFamily="34" charset="-120"/>
                          <a:ea typeface="微軟正黑體" panose="020B0604030504040204" pitchFamily="34" charset="-120"/>
                        </a:rPr>
                        <a:t>Stellantis</a:t>
                      </a:r>
                      <a:r>
                        <a:rPr lang="zh-TW" altLang="en-US" sz="2000" b="1" u="none" strike="noStrike" dirty="0">
                          <a:effectLst/>
                          <a:latin typeface="微軟正黑體" panose="020B0604030504040204" pitchFamily="34" charset="-120"/>
                          <a:ea typeface="微軟正黑體" panose="020B0604030504040204" pitchFamily="34" charset="-120"/>
                        </a:rPr>
                        <a:t>合資，規劃</a:t>
                      </a:r>
                      <a:r>
                        <a:rPr lang="en-US" altLang="zh-TW" sz="2000" b="1" u="none" strike="noStrike" dirty="0">
                          <a:effectLst/>
                          <a:latin typeface="微軟正黑體" panose="020B0604030504040204" pitchFamily="34" charset="-120"/>
                          <a:ea typeface="微軟正黑體" panose="020B0604030504040204" pitchFamily="34" charset="-120"/>
                        </a:rPr>
                        <a:t>2026</a:t>
                      </a:r>
                      <a:r>
                        <a:rPr lang="zh-TW" altLang="en-US" sz="2000" b="1" u="none" strike="noStrike" dirty="0">
                          <a:effectLst/>
                          <a:latin typeface="微軟正黑體" panose="020B0604030504040204" pitchFamily="34" charset="-120"/>
                          <a:ea typeface="微軟正黑體" panose="020B0604030504040204" pitchFamily="34" charset="-120"/>
                        </a:rPr>
                        <a:t>年底開始生產；強化</a:t>
                      </a:r>
                      <a:r>
                        <a:rPr lang="en-US" altLang="zh-TW" sz="2000" b="1" u="none" strike="noStrike" dirty="0">
                          <a:effectLst/>
                          <a:latin typeface="微軟正黑體" panose="020B0604030504040204" pitchFamily="34" charset="-120"/>
                          <a:ea typeface="微軟正黑體" panose="020B0604030504040204" pitchFamily="34" charset="-120"/>
                        </a:rPr>
                        <a:t>LFP</a:t>
                      </a:r>
                      <a:r>
                        <a:rPr lang="zh-TW" altLang="en-US" sz="2000" b="1" u="none" strike="noStrike" dirty="0">
                          <a:effectLst/>
                          <a:latin typeface="微軟正黑體" panose="020B0604030504040204" pitchFamily="34" charset="-120"/>
                          <a:ea typeface="微軟正黑體" panose="020B0604030504040204" pitchFamily="34" charset="-120"/>
                        </a:rPr>
                        <a:t>電池歐洲在地化供應，對應平價電動車需求。</a:t>
                      </a:r>
                      <a:endParaRPr lang="zh-TW" altLang="en-US" sz="20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2000" marR="7200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CF3FF">
                        <a:alpha val="30196"/>
                      </a:srgbClr>
                    </a:solidFill>
                  </a:tcPr>
                </a:tc>
                <a:extLst>
                  <a:ext uri="{0D108BD9-81ED-4DB2-BD59-A6C34878D82A}">
                    <a16:rowId xmlns:a16="http://schemas.microsoft.com/office/drawing/2014/main" xmlns="" val="2133041324"/>
                  </a:ext>
                </a:extLst>
              </a:tr>
              <a:tr h="1298158">
                <a:tc>
                  <a:txBody>
                    <a:bodyPr/>
                    <a:lstStyle/>
                    <a:p>
                      <a:pPr algn="ctr" fontAlgn="ctr">
                        <a:buNone/>
                      </a:pPr>
                      <a:r>
                        <a:rPr lang="zh-TW" altLang="en-US" sz="2000" b="1" u="none" strike="noStrike" dirty="0">
                          <a:effectLst/>
                          <a:latin typeface="微軟正黑體" panose="020B0604030504040204" pitchFamily="34" charset="-120"/>
                          <a:ea typeface="微軟正黑體" panose="020B0604030504040204" pitchFamily="34" charset="-120"/>
                        </a:rPr>
                        <a:t>印尼卡拉旺</a:t>
                      </a:r>
                      <a:endParaRPr lang="zh-TW" altLang="en-US" sz="20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2000" marR="7200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CF3FF">
                        <a:alpha val="30196"/>
                      </a:srgbClr>
                    </a:solidFill>
                  </a:tcPr>
                </a:tc>
                <a:tc>
                  <a:txBody>
                    <a:bodyPr/>
                    <a:lstStyle/>
                    <a:p>
                      <a:pPr algn="ctr" fontAlgn="ctr">
                        <a:buNone/>
                      </a:pPr>
                      <a:r>
                        <a:rPr lang="zh-TW" altLang="en-US" sz="2000" b="1" u="none" strike="noStrike" dirty="0">
                          <a:effectLst/>
                          <a:latin typeface="微軟正黑體" panose="020B0604030504040204" pitchFamily="34" charset="-120"/>
                          <a:ea typeface="微軟正黑體" panose="020B0604030504040204" pitchFamily="34" charset="-120"/>
                        </a:rPr>
                        <a:t>初期</a:t>
                      </a:r>
                      <a:r>
                        <a:rPr lang="en-US" altLang="zh-TW" sz="2000" b="1" u="none" strike="noStrike" dirty="0">
                          <a:effectLst/>
                          <a:latin typeface="微軟正黑體" panose="020B0604030504040204" pitchFamily="34" charset="-120"/>
                          <a:ea typeface="微軟正黑體" panose="020B0604030504040204" pitchFamily="34" charset="-120"/>
                        </a:rPr>
                        <a:t>6.9GWh</a:t>
                      </a:r>
                      <a:r>
                        <a:rPr lang="zh-TW" altLang="en-US" sz="2000" b="1" u="none" strike="noStrike" dirty="0">
                          <a:effectLst/>
                          <a:latin typeface="微軟正黑體" panose="020B0604030504040204" pitchFamily="34" charset="-120"/>
                          <a:ea typeface="微軟正黑體" panose="020B0604030504040204" pitchFamily="34" charset="-120"/>
                        </a:rPr>
                        <a:t>，</a:t>
                      </a:r>
                      <a:endParaRPr lang="en-US" altLang="zh-TW" sz="2000" b="1" u="none" strike="noStrike" dirty="0">
                        <a:effectLst/>
                        <a:latin typeface="微軟正黑體" panose="020B0604030504040204" pitchFamily="34" charset="-120"/>
                        <a:ea typeface="微軟正黑體" panose="020B0604030504040204" pitchFamily="34" charset="-120"/>
                      </a:endParaRPr>
                    </a:p>
                    <a:p>
                      <a:pPr algn="ctr" fontAlgn="ctr">
                        <a:buNone/>
                      </a:pPr>
                      <a:r>
                        <a:rPr lang="zh-TW" altLang="en-US" sz="2000" b="1" u="none" strike="noStrike" dirty="0">
                          <a:effectLst/>
                          <a:latin typeface="微軟正黑體" panose="020B0604030504040204" pitchFamily="34" charset="-120"/>
                          <a:ea typeface="微軟正黑體" panose="020B0604030504040204" pitchFamily="34" charset="-120"/>
                        </a:rPr>
                        <a:t>後續擴至</a:t>
                      </a:r>
                      <a:r>
                        <a:rPr lang="en-US" altLang="zh-TW" sz="2000" b="1" u="none" strike="noStrike" dirty="0">
                          <a:effectLst/>
                          <a:latin typeface="微軟正黑體" panose="020B0604030504040204" pitchFamily="34" charset="-120"/>
                          <a:ea typeface="微軟正黑體" panose="020B0604030504040204" pitchFamily="34" charset="-120"/>
                        </a:rPr>
                        <a:t>15GWh</a:t>
                      </a:r>
                      <a:endParaRPr lang="en-US" altLang="zh-TW" sz="20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2000" marR="7200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CF3FF">
                        <a:alpha val="30196"/>
                      </a:srgbClr>
                    </a:solidFill>
                  </a:tcPr>
                </a:tc>
                <a:tc>
                  <a:txBody>
                    <a:bodyPr/>
                    <a:lstStyle/>
                    <a:p>
                      <a:pPr algn="ctr" fontAlgn="ctr">
                        <a:buNone/>
                      </a:pPr>
                      <a:r>
                        <a:rPr lang="zh-TW" altLang="en-US" sz="2000" b="1" u="none" strike="noStrike" dirty="0">
                          <a:effectLst/>
                          <a:latin typeface="微軟正黑體" panose="020B0604030504040204" pitchFamily="34" charset="-120"/>
                          <a:ea typeface="微軟正黑體" panose="020B0604030504040204" pitchFamily="34" charset="-120"/>
                        </a:rPr>
                        <a:t>整體專案近</a:t>
                      </a:r>
                      <a:endParaRPr lang="en-US" altLang="zh-TW" sz="2000" b="1" u="none" strike="noStrike" dirty="0">
                        <a:effectLst/>
                        <a:latin typeface="微軟正黑體" panose="020B0604030504040204" pitchFamily="34" charset="-120"/>
                        <a:ea typeface="微軟正黑體" panose="020B0604030504040204" pitchFamily="34" charset="-120"/>
                      </a:endParaRPr>
                    </a:p>
                    <a:p>
                      <a:pPr algn="ctr" fontAlgn="ctr">
                        <a:buNone/>
                      </a:pPr>
                      <a:r>
                        <a:rPr lang="en-US" altLang="zh-TW" sz="2000" b="1" u="none" strike="noStrike" dirty="0">
                          <a:effectLst/>
                          <a:latin typeface="微軟正黑體" panose="020B0604030504040204" pitchFamily="34" charset="-120"/>
                          <a:ea typeface="微軟正黑體" panose="020B0604030504040204" pitchFamily="34" charset="-120"/>
                        </a:rPr>
                        <a:t>60</a:t>
                      </a:r>
                      <a:r>
                        <a:rPr lang="zh-TW" altLang="en-US" sz="2000" b="1" u="none" strike="noStrike" dirty="0">
                          <a:effectLst/>
                          <a:latin typeface="微軟正黑體" panose="020B0604030504040204" pitchFamily="34" charset="-120"/>
                          <a:ea typeface="微軟正黑體" panose="020B0604030504040204" pitchFamily="34" charset="-120"/>
                        </a:rPr>
                        <a:t>億美元</a:t>
                      </a:r>
                      <a:endParaRPr lang="zh-TW" altLang="en-US" sz="20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2000" marR="7200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CF3FF">
                        <a:alpha val="30196"/>
                      </a:srgbClr>
                    </a:solidFill>
                  </a:tcPr>
                </a:tc>
                <a:tc>
                  <a:txBody>
                    <a:bodyPr/>
                    <a:lstStyle/>
                    <a:p>
                      <a:pPr marL="174625" indent="-174625" algn="l" fontAlgn="ctr">
                        <a:buSzPct val="80000"/>
                        <a:buFont typeface="Wingdings" panose="05000000000000000000" pitchFamily="2" charset="2"/>
                        <a:buChar char="l"/>
                      </a:pPr>
                      <a:r>
                        <a:rPr lang="zh-TW" altLang="en-US" sz="2000" b="1" u="none" strike="noStrike" dirty="0">
                          <a:effectLst/>
                          <a:latin typeface="微軟正黑體" panose="020B0604030504040204" pitchFamily="34" charset="-120"/>
                          <a:ea typeface="微軟正黑體" panose="020B0604030504040204" pitchFamily="34" charset="-120"/>
                        </a:rPr>
                        <a:t>與印尼業者共同推動電池整合專案，涵蓋鎳礦、材料、電池製造與回收。</a:t>
                      </a:r>
                      <a:endParaRPr lang="en-US" altLang="zh-TW" sz="2000" b="1" u="none" strike="noStrike" dirty="0">
                        <a:effectLst/>
                        <a:latin typeface="微軟正黑體" panose="020B0604030504040204" pitchFamily="34" charset="-120"/>
                        <a:ea typeface="微軟正黑體" panose="020B0604030504040204" pitchFamily="34" charset="-120"/>
                      </a:endParaRPr>
                    </a:p>
                    <a:p>
                      <a:pPr marL="174625" indent="-174625" algn="l" fontAlgn="ctr">
                        <a:buSzPct val="80000"/>
                        <a:buFont typeface="Wingdings" panose="05000000000000000000" pitchFamily="2" charset="2"/>
                        <a:buChar char="l"/>
                      </a:pPr>
                      <a:r>
                        <a:rPr lang="zh-TW" altLang="en-US" sz="2000" b="1" u="none" strike="noStrike" dirty="0">
                          <a:effectLst/>
                          <a:latin typeface="微軟正黑體" panose="020B0604030504040204" pitchFamily="34" charset="-120"/>
                          <a:ea typeface="微軟正黑體" panose="020B0604030504040204" pitchFamily="34" charset="-120"/>
                        </a:rPr>
                        <a:t>第一階段預計於</a:t>
                      </a:r>
                      <a:r>
                        <a:rPr lang="en-US" altLang="zh-TW" sz="2000" b="1" u="none" strike="noStrike" dirty="0">
                          <a:effectLst/>
                          <a:latin typeface="微軟正黑體" panose="020B0604030504040204" pitchFamily="34" charset="-120"/>
                          <a:ea typeface="微軟正黑體" panose="020B0604030504040204" pitchFamily="34" charset="-120"/>
                        </a:rPr>
                        <a:t>2026</a:t>
                      </a:r>
                      <a:r>
                        <a:rPr lang="zh-TW" altLang="en-US" sz="2000" b="1" u="none" strike="noStrike" dirty="0">
                          <a:effectLst/>
                          <a:latin typeface="微軟正黑體" panose="020B0604030504040204" pitchFamily="34" charset="-120"/>
                          <a:ea typeface="微軟正黑體" panose="020B0604030504040204" pitchFamily="34" charset="-120"/>
                        </a:rPr>
                        <a:t>年底投產，切入東南亞市場與鎳資源供應鏈。</a:t>
                      </a:r>
                      <a:endParaRPr lang="zh-TW" altLang="en-US" sz="20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2000" marR="7200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CF3FF">
                        <a:alpha val="30196"/>
                      </a:srgbClr>
                    </a:solidFill>
                  </a:tcPr>
                </a:tc>
                <a:extLst>
                  <a:ext uri="{0D108BD9-81ED-4DB2-BD59-A6C34878D82A}">
                    <a16:rowId xmlns:a16="http://schemas.microsoft.com/office/drawing/2014/main" xmlns="" val="935540371"/>
                  </a:ext>
                </a:extLst>
              </a:tr>
            </a:tbl>
          </a:graphicData>
        </a:graphic>
      </p:graphicFrame>
    </p:spTree>
    <p:extLst>
      <p:ext uri="{BB962C8B-B14F-4D97-AF65-F5344CB8AC3E}">
        <p14:creationId xmlns:p14="http://schemas.microsoft.com/office/powerpoint/2010/main" val="38557082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F3ADC32-3B81-60C5-F1F5-FD7D5782C37E}"/>
            </a:ext>
          </a:extLst>
        </p:cNvPr>
        <p:cNvGrpSpPr/>
        <p:nvPr/>
      </p:nvGrpSpPr>
      <p:grpSpPr>
        <a:xfrm>
          <a:off x="0" y="0"/>
          <a:ext cx="0" cy="0"/>
          <a:chOff x="0" y="0"/>
          <a:chExt cx="0" cy="0"/>
        </a:xfrm>
      </p:grpSpPr>
      <p:sp>
        <p:nvSpPr>
          <p:cNvPr id="11" name="文字版面配置區 10">
            <a:extLst>
              <a:ext uri="{FF2B5EF4-FFF2-40B4-BE49-F238E27FC236}">
                <a16:creationId xmlns:a16="http://schemas.microsoft.com/office/drawing/2014/main" xmlns="" id="{54B822AA-63EC-CEC1-7CDE-4F72FD09626F}"/>
              </a:ext>
            </a:extLst>
          </p:cNvPr>
          <p:cNvSpPr>
            <a:spLocks noGrp="1"/>
          </p:cNvSpPr>
          <p:nvPr>
            <p:ph type="body" sz="quarter" idx="13"/>
          </p:nvPr>
        </p:nvSpPr>
        <p:spPr>
          <a:xfrm>
            <a:off x="331718" y="3762159"/>
            <a:ext cx="7611204" cy="1084522"/>
          </a:xfrm>
        </p:spPr>
        <p:txBody>
          <a:bodyPr>
            <a:noAutofit/>
          </a:bodyPr>
          <a:lstStyle/>
          <a:p>
            <a:r>
              <a:rPr lang="zh-TW" altLang="en-US" dirty="0">
                <a:solidFill>
                  <a:schemeClr val="bg1"/>
                </a:solidFill>
                <a:latin typeface="微軟正黑體" panose="020B0604030504040204" pitchFamily="34" charset="-120"/>
              </a:rPr>
              <a:t>寧德時代科技日電池技術布局</a:t>
            </a:r>
          </a:p>
        </p:txBody>
      </p:sp>
    </p:spTree>
    <p:extLst>
      <p:ext uri="{BB962C8B-B14F-4D97-AF65-F5344CB8AC3E}">
        <p14:creationId xmlns:p14="http://schemas.microsoft.com/office/powerpoint/2010/main" val="40581207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0AA0362B-08EC-1CA2-7A8A-A3E508DBDF83}"/>
              </a:ext>
            </a:extLst>
          </p:cNvPr>
          <p:cNvSpPr>
            <a:spLocks noGrp="1"/>
          </p:cNvSpPr>
          <p:nvPr>
            <p:ph type="title"/>
          </p:nvPr>
        </p:nvSpPr>
        <p:spPr>
          <a:xfrm>
            <a:off x="641445" y="59777"/>
            <a:ext cx="11340000" cy="676866"/>
          </a:xfrm>
        </p:spPr>
        <p:txBody>
          <a:bodyPr/>
          <a:lstStyle/>
          <a:p>
            <a:r>
              <a:rPr lang="zh-TW" altLang="en-US" dirty="0"/>
              <a:t>寧德時代科技日聚焦車主有感技術</a:t>
            </a:r>
            <a:r>
              <a:rPr lang="en-US" altLang="zh-TW" dirty="0"/>
              <a:t/>
            </a:r>
            <a:br>
              <a:rPr lang="en-US" altLang="zh-TW" dirty="0"/>
            </a:br>
            <a:r>
              <a:rPr lang="zh-TW" altLang="en-US" dirty="0"/>
              <a:t>四大電池方案對應快充、長續航、制動安全體驗升級</a:t>
            </a:r>
            <a:endParaRPr lang="zh-TW" altLang="en-US" dirty="0">
              <a:solidFill>
                <a:srgbClr val="C00000"/>
              </a:solidFill>
            </a:endParaRPr>
          </a:p>
        </p:txBody>
      </p:sp>
      <p:sp>
        <p:nvSpPr>
          <p:cNvPr id="4" name="文字版面配置區 3">
            <a:extLst>
              <a:ext uri="{FF2B5EF4-FFF2-40B4-BE49-F238E27FC236}">
                <a16:creationId xmlns:a16="http://schemas.microsoft.com/office/drawing/2014/main" xmlns="" id="{17E1DB84-55E2-4A8E-48D7-EE8BE2771327}"/>
              </a:ext>
            </a:extLst>
          </p:cNvPr>
          <p:cNvSpPr>
            <a:spLocks noGrp="1"/>
          </p:cNvSpPr>
          <p:nvPr>
            <p:ph type="body" sz="quarter" idx="10"/>
          </p:nvPr>
        </p:nvSpPr>
        <p:spPr/>
        <p:txBody>
          <a:bodyPr/>
          <a:lstStyle/>
          <a:p>
            <a:r>
              <a:rPr lang="zh-TW" altLang="en-US" dirty="0">
                <a:latin typeface="微軟正黑體" panose="020B0604030504040204" pitchFamily="34" charset="-120"/>
              </a:rPr>
              <a:t>資料來源：寧德時代，</a:t>
            </a:r>
            <a:r>
              <a:rPr lang="en-US" altLang="zh-TW" dirty="0">
                <a:latin typeface="微軟正黑體" panose="020B0604030504040204" pitchFamily="34" charset="-120"/>
              </a:rPr>
              <a:t>DIGITIMES</a:t>
            </a:r>
            <a:r>
              <a:rPr lang="zh-TW" altLang="en-US" dirty="0">
                <a:latin typeface="微軟正黑體" panose="020B0604030504040204" pitchFamily="34" charset="-120"/>
              </a:rPr>
              <a:t>整理，</a:t>
            </a:r>
            <a:r>
              <a:rPr lang="en-US" altLang="zh-TW" dirty="0">
                <a:latin typeface="微軟正黑體" panose="020B0604030504040204" pitchFamily="34" charset="-120"/>
              </a:rPr>
              <a:t>2026/6</a:t>
            </a:r>
          </a:p>
        </p:txBody>
      </p:sp>
      <p:sp>
        <p:nvSpPr>
          <p:cNvPr id="6" name="文字方塊 5">
            <a:extLst>
              <a:ext uri="{FF2B5EF4-FFF2-40B4-BE49-F238E27FC236}">
                <a16:creationId xmlns:a16="http://schemas.microsoft.com/office/drawing/2014/main" xmlns="" id="{7C31623D-4CF8-E958-D1E3-0D36E3747B2E}"/>
              </a:ext>
            </a:extLst>
          </p:cNvPr>
          <p:cNvSpPr txBox="1"/>
          <p:nvPr/>
        </p:nvSpPr>
        <p:spPr>
          <a:xfrm>
            <a:off x="3045995" y="1159125"/>
            <a:ext cx="6100010" cy="430887"/>
          </a:xfrm>
          <a:prstGeom prst="rect">
            <a:avLst/>
          </a:prstGeom>
          <a:noFill/>
        </p:spPr>
        <p:txBody>
          <a:bodyPr wrap="square">
            <a:spAutoFit/>
          </a:bodyPr>
          <a:lstStyle/>
          <a:p>
            <a:pPr algn="ctr"/>
            <a:r>
              <a:rPr lang="zh-TW" altLang="en-US" sz="2200" b="1" dirty="0">
                <a:solidFill>
                  <a:srgbClr val="262626"/>
                </a:solidFill>
                <a:latin typeface="微軟正黑體" panose="020B0604030504040204" pitchFamily="34" charset="-120"/>
                <a:ea typeface="微軟正黑體" panose="020B0604030504040204" pitchFamily="34" charset="-120"/>
              </a:rPr>
              <a:t>寧德時代科技日重點電池技術總覽</a:t>
            </a:r>
          </a:p>
        </p:txBody>
      </p:sp>
      <p:graphicFrame>
        <p:nvGraphicFramePr>
          <p:cNvPr id="7" name="表格 6">
            <a:extLst>
              <a:ext uri="{FF2B5EF4-FFF2-40B4-BE49-F238E27FC236}">
                <a16:creationId xmlns:a16="http://schemas.microsoft.com/office/drawing/2014/main" xmlns="" id="{7A9B1701-B6A5-DABC-44D6-0342FB4B27EC}"/>
              </a:ext>
            </a:extLst>
          </p:cNvPr>
          <p:cNvGraphicFramePr>
            <a:graphicFrameLocks noGrp="1"/>
          </p:cNvGraphicFramePr>
          <p:nvPr>
            <p:extLst>
              <p:ext uri="{D42A27DB-BD31-4B8C-83A1-F6EECF244321}">
                <p14:modId xmlns:p14="http://schemas.microsoft.com/office/powerpoint/2010/main" val="2270572430"/>
              </p:ext>
            </p:extLst>
          </p:nvPr>
        </p:nvGraphicFramePr>
        <p:xfrm>
          <a:off x="196516" y="1550256"/>
          <a:ext cx="11798968" cy="4937760"/>
        </p:xfrm>
        <a:graphic>
          <a:graphicData uri="http://schemas.openxmlformats.org/drawingml/2006/table">
            <a:tbl>
              <a:tblPr firstRow="1" bandRow="1">
                <a:tableStyleId>{5C22544A-7EE6-4342-B048-85BDC9FD1C3A}</a:tableStyleId>
              </a:tblPr>
              <a:tblGrid>
                <a:gridCol w="1899987">
                  <a:extLst>
                    <a:ext uri="{9D8B030D-6E8A-4147-A177-3AD203B41FA5}">
                      <a16:colId xmlns:a16="http://schemas.microsoft.com/office/drawing/2014/main" xmlns="" val="2506311433"/>
                    </a:ext>
                  </a:extLst>
                </a:gridCol>
                <a:gridCol w="1925052">
                  <a:extLst>
                    <a:ext uri="{9D8B030D-6E8A-4147-A177-3AD203B41FA5}">
                      <a16:colId xmlns:a16="http://schemas.microsoft.com/office/drawing/2014/main" xmlns="" val="2788124281"/>
                    </a:ext>
                  </a:extLst>
                </a:gridCol>
                <a:gridCol w="4066674">
                  <a:extLst>
                    <a:ext uri="{9D8B030D-6E8A-4147-A177-3AD203B41FA5}">
                      <a16:colId xmlns:a16="http://schemas.microsoft.com/office/drawing/2014/main" xmlns="" val="2013833447"/>
                    </a:ext>
                  </a:extLst>
                </a:gridCol>
                <a:gridCol w="3907255">
                  <a:extLst>
                    <a:ext uri="{9D8B030D-6E8A-4147-A177-3AD203B41FA5}">
                      <a16:colId xmlns:a16="http://schemas.microsoft.com/office/drawing/2014/main" xmlns="" val="840506578"/>
                    </a:ext>
                  </a:extLst>
                </a:gridCol>
              </a:tblGrid>
              <a:tr h="389212">
                <a:tc>
                  <a:txBody>
                    <a:bodyPr/>
                    <a:lstStyle/>
                    <a:p>
                      <a:pPr algn="ctr"/>
                      <a:r>
                        <a:rPr sz="2200" b="1" dirty="0" err="1">
                          <a:solidFill>
                            <a:srgbClr val="FFFFFF"/>
                          </a:solidFill>
                          <a:latin typeface="微軟正黑體" panose="020B0604030504040204" pitchFamily="34" charset="-120"/>
                          <a:ea typeface="微軟正黑體" panose="020B0604030504040204" pitchFamily="34" charset="-120"/>
                        </a:rPr>
                        <a:t>電池技術</a:t>
                      </a:r>
                      <a:endParaRPr sz="2200" b="1" dirty="0">
                        <a:solidFill>
                          <a:srgbClr val="FFFFFF"/>
                        </a:solidFill>
                        <a:latin typeface="微軟正黑體" panose="020B0604030504040204" pitchFamily="34" charset="-120"/>
                        <a:ea typeface="微軟正黑體" panose="020B0604030504040204" pitchFamily="34" charset="-120"/>
                      </a:endParaRPr>
                    </a:p>
                  </a:txBody>
                  <a:tcPr marL="109728" marT="73152" marB="5486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5392"/>
                    </a:solidFill>
                  </a:tcPr>
                </a:tc>
                <a:tc>
                  <a:txBody>
                    <a:bodyPr/>
                    <a:lstStyle/>
                    <a:p>
                      <a:pPr algn="ctr"/>
                      <a:r>
                        <a:rPr sz="2200" b="1" dirty="0" err="1">
                          <a:solidFill>
                            <a:srgbClr val="FFFFFF"/>
                          </a:solidFill>
                          <a:latin typeface="微軟正黑體" panose="020B0604030504040204" pitchFamily="34" charset="-120"/>
                          <a:ea typeface="微軟正黑體" panose="020B0604030504040204" pitchFamily="34" charset="-120"/>
                        </a:rPr>
                        <a:t>產品定位</a:t>
                      </a:r>
                      <a:endParaRPr sz="2200" b="1" dirty="0">
                        <a:solidFill>
                          <a:srgbClr val="FFFFFF"/>
                        </a:solidFill>
                        <a:latin typeface="微軟正黑體" panose="020B0604030504040204" pitchFamily="34" charset="-120"/>
                        <a:ea typeface="微軟正黑體" panose="020B0604030504040204" pitchFamily="34" charset="-120"/>
                      </a:endParaRPr>
                    </a:p>
                  </a:txBody>
                  <a:tcPr marL="109728" marT="73152" marB="5486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5392"/>
                    </a:solidFill>
                  </a:tcPr>
                </a:tc>
                <a:tc>
                  <a:txBody>
                    <a:bodyPr/>
                    <a:lstStyle/>
                    <a:p>
                      <a:pPr algn="ctr"/>
                      <a:r>
                        <a:rPr sz="2200" b="1" dirty="0" err="1">
                          <a:solidFill>
                            <a:srgbClr val="FFFFFF"/>
                          </a:solidFill>
                          <a:latin typeface="微軟正黑體" panose="020B0604030504040204" pitchFamily="34" charset="-120"/>
                          <a:ea typeface="微軟正黑體" panose="020B0604030504040204" pitchFamily="34" charset="-120"/>
                        </a:rPr>
                        <a:t>技術核心指標</a:t>
                      </a:r>
                      <a:endParaRPr sz="2200" b="1" dirty="0">
                        <a:solidFill>
                          <a:srgbClr val="FFFFFF"/>
                        </a:solidFill>
                        <a:latin typeface="微軟正黑體" panose="020B0604030504040204" pitchFamily="34" charset="-120"/>
                        <a:ea typeface="微軟正黑體" panose="020B0604030504040204" pitchFamily="34" charset="-120"/>
                      </a:endParaRPr>
                    </a:p>
                  </a:txBody>
                  <a:tcPr marL="109728" marT="73152" marB="5486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5392"/>
                    </a:solidFill>
                  </a:tcPr>
                </a:tc>
                <a:tc>
                  <a:txBody>
                    <a:bodyPr/>
                    <a:lstStyle/>
                    <a:p>
                      <a:pPr algn="ctr"/>
                      <a:r>
                        <a:rPr sz="2200" b="1" dirty="0" err="1">
                          <a:solidFill>
                            <a:srgbClr val="FFFFFF"/>
                          </a:solidFill>
                          <a:latin typeface="微軟正黑體" panose="020B0604030504040204" pitchFamily="34" charset="-120"/>
                          <a:ea typeface="微軟正黑體" panose="020B0604030504040204" pitchFamily="34" charset="-120"/>
                        </a:rPr>
                        <a:t>車主有感價值</a:t>
                      </a:r>
                      <a:endParaRPr sz="2200" b="1" dirty="0">
                        <a:solidFill>
                          <a:srgbClr val="FFFFFF"/>
                        </a:solidFill>
                        <a:latin typeface="微軟正黑體" panose="020B0604030504040204" pitchFamily="34" charset="-120"/>
                        <a:ea typeface="微軟正黑體" panose="020B0604030504040204" pitchFamily="34" charset="-120"/>
                      </a:endParaRPr>
                    </a:p>
                  </a:txBody>
                  <a:tcPr marL="109728" marT="73152" marB="5486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5392"/>
                    </a:solidFill>
                  </a:tcPr>
                </a:tc>
                <a:extLst>
                  <a:ext uri="{0D108BD9-81ED-4DB2-BD59-A6C34878D82A}">
                    <a16:rowId xmlns:a16="http://schemas.microsoft.com/office/drawing/2014/main" xmlns="" val="1180599801"/>
                  </a:ext>
                </a:extLst>
              </a:tr>
              <a:tr h="782656">
                <a:tc>
                  <a:txBody>
                    <a:bodyPr/>
                    <a:lstStyle/>
                    <a:p>
                      <a:pPr algn="ctr"/>
                      <a:r>
                        <a:rPr sz="2000" b="1" dirty="0" err="1">
                          <a:solidFill>
                            <a:schemeClr val="tx1"/>
                          </a:solidFill>
                          <a:latin typeface="微軟正黑體" panose="020B0604030504040204" pitchFamily="34" charset="-120"/>
                          <a:ea typeface="微軟正黑體" panose="020B0604030504040204" pitchFamily="34" charset="-120"/>
                        </a:rPr>
                        <a:t>神行第三代</a:t>
                      </a:r>
                      <a:endParaRPr sz="2000" b="1" dirty="0">
                        <a:solidFill>
                          <a:schemeClr val="tx1"/>
                        </a:solidFill>
                        <a:latin typeface="微軟正黑體" panose="020B0604030504040204" pitchFamily="34" charset="-120"/>
                        <a:ea typeface="微軟正黑體" panose="020B0604030504040204" pitchFamily="34" charset="-120"/>
                      </a:endParaRPr>
                    </a:p>
                  </a:txBody>
                  <a:tcPr marR="73152" marT="73152"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sz="2000" b="1" dirty="0" err="1">
                          <a:solidFill>
                            <a:schemeClr val="tx1"/>
                          </a:solidFill>
                          <a:latin typeface="微軟正黑體" panose="020B0604030504040204" pitchFamily="34" charset="-120"/>
                          <a:ea typeface="微軟正黑體" panose="020B0604030504040204" pitchFamily="34" charset="-120"/>
                        </a:rPr>
                        <a:t>超充與低溫</a:t>
                      </a:r>
                      <a:endParaRPr sz="2000" b="1" dirty="0">
                        <a:solidFill>
                          <a:schemeClr val="tx1"/>
                        </a:solidFill>
                        <a:latin typeface="微軟正黑體" panose="020B0604030504040204" pitchFamily="34" charset="-120"/>
                        <a:ea typeface="微軟正黑體" panose="020B0604030504040204" pitchFamily="34" charset="-120"/>
                      </a:endParaRPr>
                    </a:p>
                    <a:p>
                      <a:pPr algn="ctr">
                        <a:spcBef>
                          <a:spcPts val="300"/>
                        </a:spcBef>
                      </a:pPr>
                      <a:r>
                        <a:rPr sz="2000" b="1" dirty="0" err="1">
                          <a:solidFill>
                            <a:schemeClr val="tx1"/>
                          </a:solidFill>
                          <a:latin typeface="微軟正黑體" panose="020B0604030504040204" pitchFamily="34" charset="-120"/>
                          <a:ea typeface="微軟正黑體" panose="020B0604030504040204" pitchFamily="34" charset="-120"/>
                        </a:rPr>
                        <a:t>快充電池</a:t>
                      </a:r>
                      <a:endParaRPr sz="2000" b="1" dirty="0">
                        <a:solidFill>
                          <a:schemeClr val="tx1"/>
                        </a:solidFill>
                        <a:latin typeface="微軟正黑體" panose="020B0604030504040204" pitchFamily="34" charset="-120"/>
                        <a:ea typeface="微軟正黑體" panose="020B0604030504040204" pitchFamily="34" charset="-120"/>
                      </a:endParaRPr>
                    </a:p>
                  </a:txBody>
                  <a:tcPr marL="109728" marT="73152"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80975" indent="-180975" algn="l">
                        <a:buSzPct val="80000"/>
                        <a:buFont typeface="Wingdings" panose="05000000000000000000" pitchFamily="2" charset="2"/>
                        <a:buChar char="l"/>
                      </a:pPr>
                      <a:r>
                        <a:rPr sz="2000" b="1" dirty="0">
                          <a:solidFill>
                            <a:schemeClr val="tx1"/>
                          </a:solidFill>
                          <a:latin typeface="微軟正黑體" panose="020B0604030504040204" pitchFamily="34" charset="-120"/>
                          <a:ea typeface="微軟正黑體" panose="020B0604030504040204" pitchFamily="34" charset="-120"/>
                        </a:rPr>
                        <a:t>10~98%充電6分27秒</a:t>
                      </a:r>
                    </a:p>
                    <a:p>
                      <a:pPr marL="180975" indent="-180975" algn="l">
                        <a:spcBef>
                          <a:spcPts val="300"/>
                        </a:spcBef>
                        <a:buSzPct val="80000"/>
                        <a:buFont typeface="Wingdings" panose="05000000000000000000" pitchFamily="2" charset="2"/>
                        <a:buChar char="l"/>
                      </a:pPr>
                      <a:r>
                        <a:rPr sz="2000" b="1" dirty="0">
                          <a:solidFill>
                            <a:schemeClr val="tx1"/>
                          </a:solidFill>
                          <a:latin typeface="微軟正黑體" panose="020B0604030504040204" pitchFamily="34" charset="-120"/>
                          <a:ea typeface="微軟正黑體" panose="020B0604030504040204" pitchFamily="34" charset="-120"/>
                        </a:rPr>
                        <a:t>-30°C低溫快充9分鐘</a:t>
                      </a:r>
                    </a:p>
                    <a:p>
                      <a:pPr marL="180975" indent="-180975" algn="l">
                        <a:spcBef>
                          <a:spcPts val="300"/>
                        </a:spcBef>
                        <a:buSzPct val="80000"/>
                        <a:buFont typeface="Wingdings" panose="05000000000000000000" pitchFamily="2" charset="2"/>
                        <a:buChar char="l"/>
                      </a:pPr>
                      <a:r>
                        <a:rPr sz="2000" b="1" dirty="0">
                          <a:solidFill>
                            <a:schemeClr val="tx1"/>
                          </a:solidFill>
                          <a:latin typeface="微軟正黑體" panose="020B0604030504040204" pitchFamily="34" charset="-120"/>
                          <a:ea typeface="微軟正黑體" panose="020B0604030504040204" pitchFamily="34" charset="-120"/>
                        </a:rPr>
                        <a:t>1,000次循環容量保持≥90%</a:t>
                      </a:r>
                    </a:p>
                  </a:txBody>
                  <a:tcPr marL="109728" marT="73152"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80975" indent="-180975" algn="l">
                        <a:buSzPct val="80000"/>
                        <a:buFont typeface="Wingdings" panose="05000000000000000000" pitchFamily="2" charset="2"/>
                        <a:buChar char="l"/>
                      </a:pPr>
                      <a:r>
                        <a:rPr sz="2000" b="1" dirty="0" err="1">
                          <a:solidFill>
                            <a:schemeClr val="tx1"/>
                          </a:solidFill>
                          <a:latin typeface="微軟正黑體" panose="020B0604030504040204" pitchFamily="34" charset="-120"/>
                          <a:ea typeface="微軟正黑體" panose="020B0604030504040204" pitchFamily="34" charset="-120"/>
                        </a:rPr>
                        <a:t>降低日常</a:t>
                      </a:r>
                      <a:r>
                        <a:rPr lang="zh-TW" altLang="en-US" sz="2000" b="1" dirty="0">
                          <a:solidFill>
                            <a:schemeClr val="tx1"/>
                          </a:solidFill>
                          <a:latin typeface="微軟正黑體" panose="020B0604030504040204" pitchFamily="34" charset="-120"/>
                          <a:ea typeface="微軟正黑體" panose="020B0604030504040204" pitchFamily="34" charset="-120"/>
                        </a:rPr>
                        <a:t>、</a:t>
                      </a:r>
                      <a:r>
                        <a:rPr sz="2000" b="1" dirty="0" err="1">
                          <a:solidFill>
                            <a:schemeClr val="tx1"/>
                          </a:solidFill>
                          <a:latin typeface="微軟正黑體" panose="020B0604030504040204" pitchFamily="34" charset="-120"/>
                          <a:ea typeface="微軟正黑體" panose="020B0604030504040204" pitchFamily="34" charset="-120"/>
                        </a:rPr>
                        <a:t>長途</a:t>
                      </a:r>
                      <a:r>
                        <a:rPr lang="zh-TW" altLang="en-US" sz="2000" b="1" dirty="0">
                          <a:solidFill>
                            <a:schemeClr val="tx1"/>
                          </a:solidFill>
                          <a:latin typeface="微軟正黑體" panose="020B0604030504040204" pitchFamily="34" charset="-120"/>
                          <a:ea typeface="微軟正黑體" panose="020B0604030504040204" pitchFamily="34" charset="-120"/>
                        </a:rPr>
                        <a:t>與冬季低溫</a:t>
                      </a:r>
                      <a:r>
                        <a:rPr sz="2000" b="1" dirty="0" err="1">
                          <a:solidFill>
                            <a:schemeClr val="tx1"/>
                          </a:solidFill>
                          <a:latin typeface="微軟正黑體" panose="020B0604030504040204" pitchFamily="34" charset="-120"/>
                          <a:ea typeface="微軟正黑體" panose="020B0604030504040204" pitchFamily="34" charset="-120"/>
                        </a:rPr>
                        <a:t>充電</a:t>
                      </a:r>
                      <a:r>
                        <a:rPr lang="zh-TW" altLang="en-US" sz="2000" b="1" dirty="0">
                          <a:solidFill>
                            <a:schemeClr val="tx1"/>
                          </a:solidFill>
                          <a:latin typeface="微軟正黑體" panose="020B0604030504040204" pitchFamily="34" charset="-120"/>
                          <a:ea typeface="微軟正黑體" panose="020B0604030504040204" pitchFamily="34" charset="-120"/>
                        </a:rPr>
                        <a:t>時間。</a:t>
                      </a:r>
                      <a:endParaRPr sz="2000" b="1" dirty="0">
                        <a:solidFill>
                          <a:schemeClr val="tx1"/>
                        </a:solidFill>
                        <a:latin typeface="微軟正黑體" panose="020B0604030504040204" pitchFamily="34" charset="-120"/>
                        <a:ea typeface="微軟正黑體" panose="020B0604030504040204" pitchFamily="34" charset="-120"/>
                      </a:endParaRPr>
                    </a:p>
                    <a:p>
                      <a:pPr marL="180975" indent="-180975" algn="l">
                        <a:spcBef>
                          <a:spcPts val="300"/>
                        </a:spcBef>
                        <a:buSzPct val="80000"/>
                        <a:buFont typeface="Wingdings" panose="05000000000000000000" pitchFamily="2" charset="2"/>
                        <a:buChar char="l"/>
                      </a:pPr>
                      <a:r>
                        <a:rPr lang="zh-TW" altLang="en-US" sz="2000" b="1" dirty="0">
                          <a:solidFill>
                            <a:schemeClr val="tx1"/>
                          </a:solidFill>
                          <a:latin typeface="微軟正黑體" panose="020B0604030504040204" pitchFamily="34" charset="-120"/>
                          <a:ea typeface="微軟正黑體" panose="020B0604030504040204" pitchFamily="34" charset="-120"/>
                        </a:rPr>
                        <a:t>採</a:t>
                      </a:r>
                      <a:r>
                        <a:rPr sz="2000" b="1" dirty="0" err="1">
                          <a:solidFill>
                            <a:schemeClr val="tx1"/>
                          </a:solidFill>
                          <a:latin typeface="微軟正黑體" panose="020B0604030504040204" pitchFamily="34" charset="-120"/>
                          <a:ea typeface="微軟正黑體" panose="020B0604030504040204" pitchFamily="34" charset="-120"/>
                        </a:rPr>
                        <a:t>超充</a:t>
                      </a:r>
                      <a:r>
                        <a:rPr lang="zh-TW" altLang="en-US" sz="2000" b="1" dirty="0">
                          <a:solidFill>
                            <a:schemeClr val="tx1"/>
                          </a:solidFill>
                          <a:latin typeface="微軟正黑體" panose="020B0604030504040204" pitchFamily="34" charset="-120"/>
                          <a:ea typeface="微軟正黑體" panose="020B0604030504040204" pitchFamily="34" charset="-120"/>
                        </a:rPr>
                        <a:t>方式</a:t>
                      </a:r>
                      <a:r>
                        <a:rPr sz="2000" b="1" dirty="0" err="1">
                          <a:solidFill>
                            <a:schemeClr val="tx1"/>
                          </a:solidFill>
                          <a:latin typeface="微軟正黑體" panose="020B0604030504040204" pitchFamily="34" charset="-120"/>
                          <a:ea typeface="微軟正黑體" panose="020B0604030504040204" pitchFamily="34" charset="-120"/>
                        </a:rPr>
                        <a:t>不犧牲</a:t>
                      </a:r>
                      <a:r>
                        <a:rPr lang="zh-TW" altLang="en-US" sz="2000" b="1" dirty="0">
                          <a:solidFill>
                            <a:schemeClr val="tx1"/>
                          </a:solidFill>
                          <a:latin typeface="微軟正黑體" panose="020B0604030504040204" pitchFamily="34" charset="-120"/>
                          <a:ea typeface="微軟正黑體" panose="020B0604030504040204" pitchFamily="34" charset="-120"/>
                        </a:rPr>
                        <a:t>電池</a:t>
                      </a:r>
                      <a:r>
                        <a:rPr sz="2000" b="1" dirty="0" err="1">
                          <a:solidFill>
                            <a:schemeClr val="tx1"/>
                          </a:solidFill>
                          <a:latin typeface="微軟正黑體" panose="020B0604030504040204" pitchFamily="34" charset="-120"/>
                          <a:ea typeface="微軟正黑體" panose="020B0604030504040204" pitchFamily="34" charset="-120"/>
                        </a:rPr>
                        <a:t>壽命</a:t>
                      </a:r>
                      <a:endParaRPr sz="2000" b="1" dirty="0">
                        <a:solidFill>
                          <a:schemeClr val="tx1"/>
                        </a:solidFill>
                        <a:latin typeface="微軟正黑體" panose="020B0604030504040204" pitchFamily="34" charset="-120"/>
                        <a:ea typeface="微軟正黑體" panose="020B0604030504040204" pitchFamily="34" charset="-120"/>
                      </a:endParaRPr>
                    </a:p>
                  </a:txBody>
                  <a:tcPr marL="109728" marT="73152"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3326090824"/>
                  </a:ext>
                </a:extLst>
              </a:tr>
              <a:tr h="939742">
                <a:tc>
                  <a:txBody>
                    <a:bodyPr/>
                    <a:lstStyle/>
                    <a:p>
                      <a:pPr algn="ctr"/>
                      <a:r>
                        <a:rPr sz="2000" b="1" dirty="0" err="1">
                          <a:solidFill>
                            <a:schemeClr val="tx1"/>
                          </a:solidFill>
                          <a:latin typeface="微軟正黑體" panose="020B0604030504040204" pitchFamily="34" charset="-120"/>
                          <a:ea typeface="微軟正黑體" panose="020B0604030504040204" pitchFamily="34" charset="-120"/>
                        </a:rPr>
                        <a:t>麒麟第三代</a:t>
                      </a:r>
                      <a:endParaRPr sz="2000" b="1" dirty="0">
                        <a:solidFill>
                          <a:schemeClr val="tx1"/>
                        </a:solidFill>
                        <a:latin typeface="微軟正黑體" panose="020B0604030504040204" pitchFamily="34" charset="-120"/>
                        <a:ea typeface="微軟正黑體" panose="020B0604030504040204" pitchFamily="34" charset="-120"/>
                      </a:endParaRPr>
                    </a:p>
                  </a:txBody>
                  <a:tcPr marR="73152" marT="73152"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sz="2000" b="1" dirty="0" err="1">
                          <a:solidFill>
                            <a:schemeClr val="tx1"/>
                          </a:solidFill>
                          <a:latin typeface="微軟正黑體" panose="020B0604030504040204" pitchFamily="34" charset="-120"/>
                          <a:ea typeface="微軟正黑體" panose="020B0604030504040204" pitchFamily="34" charset="-120"/>
                        </a:rPr>
                        <a:t>高階純電</a:t>
                      </a:r>
                      <a:endParaRPr sz="2000" b="1" dirty="0">
                        <a:solidFill>
                          <a:schemeClr val="tx1"/>
                        </a:solidFill>
                        <a:latin typeface="微軟正黑體" panose="020B0604030504040204" pitchFamily="34" charset="-120"/>
                        <a:ea typeface="微軟正黑體" panose="020B0604030504040204" pitchFamily="34" charset="-120"/>
                      </a:endParaRPr>
                    </a:p>
                    <a:p>
                      <a:pPr algn="ctr">
                        <a:spcBef>
                          <a:spcPts val="300"/>
                        </a:spcBef>
                      </a:pPr>
                      <a:r>
                        <a:rPr sz="2000" b="1" dirty="0" err="1">
                          <a:solidFill>
                            <a:schemeClr val="tx1"/>
                          </a:solidFill>
                          <a:latin typeface="微軟正黑體" panose="020B0604030504040204" pitchFamily="34" charset="-120"/>
                          <a:ea typeface="微軟正黑體" panose="020B0604030504040204" pitchFamily="34" charset="-120"/>
                        </a:rPr>
                        <a:t>長續航電池</a:t>
                      </a:r>
                      <a:endParaRPr sz="2000" b="1" dirty="0">
                        <a:solidFill>
                          <a:schemeClr val="tx1"/>
                        </a:solidFill>
                        <a:latin typeface="微軟正黑體" panose="020B0604030504040204" pitchFamily="34" charset="-120"/>
                        <a:ea typeface="微軟正黑體" panose="020B0604030504040204" pitchFamily="34" charset="-120"/>
                      </a:endParaRPr>
                    </a:p>
                  </a:txBody>
                  <a:tcPr marL="109728" marT="73152"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80975" indent="-180975" algn="l">
                        <a:buSzPct val="80000"/>
                        <a:buFont typeface="Wingdings" panose="05000000000000000000" pitchFamily="2" charset="2"/>
                        <a:buChar char="l"/>
                      </a:pPr>
                      <a:r>
                        <a:rPr sz="2000" b="1" dirty="0">
                          <a:solidFill>
                            <a:schemeClr val="tx1"/>
                          </a:solidFill>
                          <a:latin typeface="微軟正黑體" panose="020B0604030504040204" pitchFamily="34" charset="-120"/>
                          <a:ea typeface="微軟正黑體" panose="020B0604030504040204" pitchFamily="34" charset="-120"/>
                        </a:rPr>
                        <a:t>1,000公里續航</a:t>
                      </a:r>
                    </a:p>
                    <a:p>
                      <a:pPr marL="180975" indent="-180975" algn="l">
                        <a:spcBef>
                          <a:spcPts val="300"/>
                        </a:spcBef>
                        <a:buSzPct val="80000"/>
                        <a:buFont typeface="Wingdings" panose="05000000000000000000" pitchFamily="2" charset="2"/>
                        <a:buChar char="l"/>
                      </a:pPr>
                      <a:r>
                        <a:rPr sz="2000" b="1" dirty="0">
                          <a:solidFill>
                            <a:schemeClr val="tx1"/>
                          </a:solidFill>
                          <a:latin typeface="微軟正黑體" panose="020B0604030504040204" pitchFamily="34" charset="-120"/>
                          <a:ea typeface="微軟正黑體" panose="020B0604030504040204" pitchFamily="34" charset="-120"/>
                        </a:rPr>
                        <a:t>較同級LFP減重255公斤</a:t>
                      </a:r>
                    </a:p>
                    <a:p>
                      <a:pPr marL="180975" indent="-180975" algn="l">
                        <a:spcBef>
                          <a:spcPts val="300"/>
                        </a:spcBef>
                        <a:buSzPct val="80000"/>
                        <a:buFont typeface="Wingdings" panose="05000000000000000000" pitchFamily="2" charset="2"/>
                        <a:buChar char="l"/>
                      </a:pPr>
                      <a:r>
                        <a:rPr lang="zh-TW" altLang="en-US" sz="2000" b="1" dirty="0">
                          <a:solidFill>
                            <a:schemeClr val="tx1"/>
                          </a:solidFill>
                          <a:latin typeface="微軟正黑體" panose="020B0604030504040204" pitchFamily="34" charset="-120"/>
                          <a:ea typeface="微軟正黑體" panose="020B0604030504040204" pitchFamily="34" charset="-120"/>
                        </a:rPr>
                        <a:t>零百加速縮短</a:t>
                      </a:r>
                      <a:r>
                        <a:rPr lang="en-US" altLang="zh-TW" sz="2000" b="1" dirty="0">
                          <a:solidFill>
                            <a:schemeClr val="tx1"/>
                          </a:solidFill>
                          <a:latin typeface="微軟正黑體" panose="020B0604030504040204" pitchFamily="34" charset="-120"/>
                          <a:ea typeface="微軟正黑體" panose="020B0604030504040204" pitchFamily="34" charset="-120"/>
                        </a:rPr>
                        <a:t>0.6</a:t>
                      </a:r>
                      <a:r>
                        <a:rPr lang="zh-TW" altLang="en-US" sz="2000" b="1" dirty="0">
                          <a:solidFill>
                            <a:schemeClr val="tx1"/>
                          </a:solidFill>
                          <a:latin typeface="微軟正黑體" panose="020B0604030504040204" pitchFamily="34" charset="-120"/>
                          <a:ea typeface="微軟正黑體" panose="020B0604030504040204" pitchFamily="34" charset="-120"/>
                        </a:rPr>
                        <a:t>秒</a:t>
                      </a:r>
                      <a:endParaRPr sz="2000" b="1" dirty="0">
                        <a:solidFill>
                          <a:schemeClr val="tx1"/>
                        </a:solidFill>
                        <a:latin typeface="微軟正黑體" panose="020B0604030504040204" pitchFamily="34" charset="-120"/>
                        <a:ea typeface="微軟正黑體" panose="020B0604030504040204" pitchFamily="34" charset="-120"/>
                      </a:endParaRPr>
                    </a:p>
                  </a:txBody>
                  <a:tcPr marL="109728" marT="73152"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80975" indent="-180975" algn="l">
                        <a:buSzPct val="80000"/>
                        <a:buFont typeface="Wingdings" panose="05000000000000000000" pitchFamily="2" charset="2"/>
                        <a:buChar char="l"/>
                      </a:pPr>
                      <a:r>
                        <a:rPr sz="2000" b="1" dirty="0" err="1">
                          <a:solidFill>
                            <a:schemeClr val="tx1"/>
                          </a:solidFill>
                          <a:latin typeface="微軟正黑體" panose="020B0604030504040204" pitchFamily="34" charset="-120"/>
                          <a:ea typeface="微軟正黑體" panose="020B0604030504040204" pitchFamily="34" charset="-120"/>
                        </a:rPr>
                        <a:t>兼顧千公里續航</a:t>
                      </a:r>
                      <a:r>
                        <a:rPr lang="zh-TW" altLang="en-US" sz="2000" b="1" dirty="0">
                          <a:solidFill>
                            <a:schemeClr val="tx1"/>
                          </a:solidFill>
                          <a:latin typeface="微軟正黑體" panose="020B0604030504040204" pitchFamily="34" charset="-120"/>
                          <a:ea typeface="微軟正黑體" panose="020B0604030504040204" pitchFamily="34" charset="-120"/>
                        </a:rPr>
                        <a:t>及</a:t>
                      </a:r>
                      <a:r>
                        <a:rPr sz="2000" b="1" dirty="0" err="1">
                          <a:solidFill>
                            <a:schemeClr val="tx1"/>
                          </a:solidFill>
                          <a:latin typeface="微軟正黑體" panose="020B0604030504040204" pitchFamily="34" charset="-120"/>
                          <a:ea typeface="微軟正黑體" panose="020B0604030504040204" pitchFamily="34" charset="-120"/>
                        </a:rPr>
                        <a:t>輕量化</a:t>
                      </a:r>
                      <a:endParaRPr sz="2000" b="1" dirty="0">
                        <a:solidFill>
                          <a:schemeClr val="tx1"/>
                        </a:solidFill>
                        <a:latin typeface="微軟正黑體" panose="020B0604030504040204" pitchFamily="34" charset="-120"/>
                        <a:ea typeface="微軟正黑體" panose="020B0604030504040204" pitchFamily="34" charset="-120"/>
                      </a:endParaRPr>
                    </a:p>
                    <a:p>
                      <a:pPr marL="180975" indent="-180975" algn="l">
                        <a:spcBef>
                          <a:spcPts val="300"/>
                        </a:spcBef>
                        <a:buSzPct val="80000"/>
                        <a:buFont typeface="Wingdings" panose="05000000000000000000" pitchFamily="2" charset="2"/>
                        <a:buChar char="l"/>
                      </a:pPr>
                      <a:r>
                        <a:rPr lang="zh-TW" altLang="en-US" sz="2000" b="1" dirty="0">
                          <a:solidFill>
                            <a:schemeClr val="tx1"/>
                          </a:solidFill>
                          <a:latin typeface="微軟正黑體" panose="020B0604030504040204" pitchFamily="34" charset="-120"/>
                          <a:ea typeface="微軟正黑體" panose="020B0604030504040204" pitchFamily="34" charset="-120"/>
                        </a:rPr>
                        <a:t>改善</a:t>
                      </a:r>
                      <a:r>
                        <a:rPr sz="2000" b="1" dirty="0" err="1">
                          <a:solidFill>
                            <a:schemeClr val="tx1"/>
                          </a:solidFill>
                          <a:latin typeface="微軟正黑體" panose="020B0604030504040204" pitchFamily="34" charset="-120"/>
                          <a:ea typeface="微軟正黑體" panose="020B0604030504040204" pitchFamily="34" charset="-120"/>
                        </a:rPr>
                        <a:t>加速、制動與能耗表現</a:t>
                      </a:r>
                      <a:endParaRPr sz="2000" b="1" dirty="0">
                        <a:solidFill>
                          <a:schemeClr val="tx1"/>
                        </a:solidFill>
                        <a:latin typeface="微軟正黑體" panose="020B0604030504040204" pitchFamily="34" charset="-120"/>
                        <a:ea typeface="微軟正黑體" panose="020B0604030504040204" pitchFamily="34" charset="-120"/>
                      </a:endParaRPr>
                    </a:p>
                  </a:txBody>
                  <a:tcPr marL="109728" marT="73152" marB="5486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4215137252"/>
                  </a:ext>
                </a:extLst>
              </a:tr>
              <a:tr h="939742">
                <a:tc>
                  <a:txBody>
                    <a:bodyPr/>
                    <a:lstStyle/>
                    <a:p>
                      <a:pPr algn="ctr"/>
                      <a:r>
                        <a:rPr sz="2000" b="1" dirty="0" err="1">
                          <a:solidFill>
                            <a:schemeClr val="tx1"/>
                          </a:solidFill>
                          <a:latin typeface="微軟正黑體" panose="020B0604030504040204" pitchFamily="34" charset="-120"/>
                          <a:ea typeface="微軟正黑體" panose="020B0604030504040204" pitchFamily="34" charset="-120"/>
                        </a:rPr>
                        <a:t>麒麟凝聚態</a:t>
                      </a:r>
                      <a:endParaRPr sz="2000" b="1" dirty="0">
                        <a:solidFill>
                          <a:schemeClr val="tx1"/>
                        </a:solidFill>
                        <a:latin typeface="微軟正黑體" panose="020B0604030504040204" pitchFamily="34" charset="-120"/>
                        <a:ea typeface="微軟正黑體" panose="020B0604030504040204" pitchFamily="34" charset="-120"/>
                      </a:endParaRPr>
                    </a:p>
                  </a:txBody>
                  <a:tcPr marR="73152" marT="73152"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sz="2000" b="1" dirty="0" err="1">
                          <a:solidFill>
                            <a:schemeClr val="tx1"/>
                          </a:solidFill>
                          <a:latin typeface="微軟正黑體" panose="020B0604030504040204" pitchFamily="34" charset="-120"/>
                          <a:ea typeface="微軟正黑體" panose="020B0604030504040204" pitchFamily="34" charset="-120"/>
                        </a:rPr>
                        <a:t>高能量密度</a:t>
                      </a:r>
                      <a:endParaRPr sz="2000" b="1" dirty="0">
                        <a:solidFill>
                          <a:schemeClr val="tx1"/>
                        </a:solidFill>
                        <a:latin typeface="微軟正黑體" panose="020B0604030504040204" pitchFamily="34" charset="-120"/>
                        <a:ea typeface="微軟正黑體" panose="020B0604030504040204" pitchFamily="34" charset="-120"/>
                      </a:endParaRPr>
                    </a:p>
                    <a:p>
                      <a:pPr algn="ctr">
                        <a:spcBef>
                          <a:spcPts val="300"/>
                        </a:spcBef>
                      </a:pPr>
                      <a:r>
                        <a:rPr sz="2000" b="1" dirty="0" err="1">
                          <a:solidFill>
                            <a:schemeClr val="tx1"/>
                          </a:solidFill>
                          <a:latin typeface="微軟正黑體" panose="020B0604030504040204" pitchFamily="34" charset="-120"/>
                          <a:ea typeface="微軟正黑體" panose="020B0604030504040204" pitchFamily="34" charset="-120"/>
                        </a:rPr>
                        <a:t>前瞻電池</a:t>
                      </a:r>
                      <a:endParaRPr sz="2000" b="1" dirty="0">
                        <a:solidFill>
                          <a:schemeClr val="tx1"/>
                        </a:solidFill>
                        <a:latin typeface="微軟正黑體" panose="020B0604030504040204" pitchFamily="34" charset="-120"/>
                        <a:ea typeface="微軟正黑體" panose="020B0604030504040204" pitchFamily="34" charset="-120"/>
                      </a:endParaRPr>
                    </a:p>
                  </a:txBody>
                  <a:tcPr marL="109728" marT="73152"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80975" indent="-180975" algn="l">
                        <a:buSzPct val="80000"/>
                        <a:buFont typeface="Wingdings" panose="05000000000000000000" pitchFamily="2" charset="2"/>
                        <a:buChar char="l"/>
                      </a:pPr>
                      <a:r>
                        <a:rPr sz="2000" b="1" dirty="0">
                          <a:solidFill>
                            <a:schemeClr val="tx1"/>
                          </a:solidFill>
                          <a:latin typeface="微軟正黑體" panose="020B0604030504040204" pitchFamily="34" charset="-120"/>
                          <a:ea typeface="微軟正黑體" panose="020B0604030504040204" pitchFamily="34" charset="-120"/>
                        </a:rPr>
                        <a:t>電芯能量密度350Wh/kg</a:t>
                      </a:r>
                    </a:p>
                    <a:p>
                      <a:pPr marL="180975" indent="-180975" algn="l">
                        <a:spcBef>
                          <a:spcPts val="300"/>
                        </a:spcBef>
                        <a:buSzPct val="80000"/>
                        <a:buFont typeface="Wingdings" panose="05000000000000000000" pitchFamily="2" charset="2"/>
                        <a:buChar char="l"/>
                      </a:pPr>
                      <a:r>
                        <a:rPr sz="2000" b="1" dirty="0">
                          <a:solidFill>
                            <a:schemeClr val="tx1"/>
                          </a:solidFill>
                          <a:latin typeface="微軟正黑體" panose="020B0604030504040204" pitchFamily="34" charset="-120"/>
                          <a:ea typeface="微軟正黑體" panose="020B0604030504040204" pitchFamily="34" charset="-120"/>
                        </a:rPr>
                        <a:t>體積能量密度760Wh/L</a:t>
                      </a:r>
                    </a:p>
                    <a:p>
                      <a:pPr marL="180975" indent="-180975" algn="l">
                        <a:spcBef>
                          <a:spcPts val="300"/>
                        </a:spcBef>
                        <a:buSzPct val="80000"/>
                        <a:buFont typeface="Wingdings" panose="05000000000000000000" pitchFamily="2" charset="2"/>
                        <a:buChar char="l"/>
                      </a:pPr>
                      <a:r>
                        <a:rPr sz="2000" b="1" dirty="0">
                          <a:solidFill>
                            <a:schemeClr val="tx1"/>
                          </a:solidFill>
                          <a:latin typeface="微軟正黑體" panose="020B0604030504040204" pitchFamily="34" charset="-120"/>
                          <a:ea typeface="微軟正黑體" panose="020B0604030504040204" pitchFamily="34" charset="-120"/>
                        </a:rPr>
                        <a:t>高階轎車續航上看1,500公里</a:t>
                      </a:r>
                    </a:p>
                  </a:txBody>
                  <a:tcPr marL="109728" marT="73152"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80975" indent="-180975" algn="l">
                        <a:buSzPct val="80000"/>
                        <a:buFont typeface="Wingdings" panose="05000000000000000000" pitchFamily="2" charset="2"/>
                        <a:buChar char="l"/>
                      </a:pPr>
                      <a:r>
                        <a:rPr sz="2000" b="1" dirty="0" err="1">
                          <a:solidFill>
                            <a:schemeClr val="tx1"/>
                          </a:solidFill>
                          <a:latin typeface="微軟正黑體" panose="020B0604030504040204" pitchFamily="34" charset="-120"/>
                          <a:ea typeface="微軟正黑體" panose="020B0604030504040204" pitchFamily="34" charset="-120"/>
                        </a:rPr>
                        <a:t>提升高階純電車續航</a:t>
                      </a:r>
                      <a:r>
                        <a:rPr lang="zh-TW" altLang="en-US" sz="2000" b="1" dirty="0">
                          <a:solidFill>
                            <a:schemeClr val="tx1"/>
                          </a:solidFill>
                          <a:latin typeface="微軟正黑體" panose="020B0604030504040204" pitchFamily="34" charset="-120"/>
                          <a:ea typeface="微軟正黑體" panose="020B0604030504040204" pitchFamily="34" charset="-120"/>
                        </a:rPr>
                        <a:t>里程</a:t>
                      </a:r>
                      <a:endParaRPr sz="2000" b="1" dirty="0">
                        <a:solidFill>
                          <a:schemeClr val="tx1"/>
                        </a:solidFill>
                        <a:latin typeface="微軟正黑體" panose="020B0604030504040204" pitchFamily="34" charset="-120"/>
                        <a:ea typeface="微軟正黑體" panose="020B0604030504040204" pitchFamily="34" charset="-120"/>
                      </a:endParaRPr>
                    </a:p>
                    <a:p>
                      <a:pPr marL="180975" indent="-180975" algn="l">
                        <a:spcBef>
                          <a:spcPts val="300"/>
                        </a:spcBef>
                        <a:buSzPct val="80000"/>
                        <a:buFont typeface="Wingdings" panose="05000000000000000000" pitchFamily="2" charset="2"/>
                        <a:buChar char="l"/>
                      </a:pPr>
                      <a:r>
                        <a:rPr lang="zh-TW" altLang="en-US" sz="2000" b="1" dirty="0">
                          <a:solidFill>
                            <a:schemeClr val="tx1"/>
                          </a:solidFill>
                          <a:latin typeface="微軟正黑體" panose="020B0604030504040204" pitchFamily="34" charset="-120"/>
                          <a:ea typeface="微軟正黑體" panose="020B0604030504040204" pitchFamily="34" charset="-120"/>
                        </a:rPr>
                        <a:t>凝聚態電解質</a:t>
                      </a:r>
                      <a:r>
                        <a:rPr sz="2000" b="1" dirty="0" err="1">
                          <a:solidFill>
                            <a:schemeClr val="tx1"/>
                          </a:solidFill>
                          <a:latin typeface="微軟正黑體" panose="020B0604030504040204" pitchFamily="34" charset="-120"/>
                          <a:ea typeface="微軟正黑體" panose="020B0604030504040204" pitchFamily="34" charset="-120"/>
                        </a:rPr>
                        <a:t>強化安全性</a:t>
                      </a:r>
                      <a:endParaRPr sz="2000" b="1" dirty="0">
                        <a:solidFill>
                          <a:schemeClr val="tx1"/>
                        </a:solidFill>
                        <a:latin typeface="微軟正黑體" panose="020B0604030504040204" pitchFamily="34" charset="-120"/>
                        <a:ea typeface="微軟正黑體" panose="020B0604030504040204" pitchFamily="34" charset="-120"/>
                      </a:endParaRPr>
                    </a:p>
                  </a:txBody>
                  <a:tcPr marL="109728" marT="73152" marB="5486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3522715974"/>
                  </a:ext>
                </a:extLst>
              </a:tr>
              <a:tr h="939742">
                <a:tc>
                  <a:txBody>
                    <a:bodyPr/>
                    <a:lstStyle/>
                    <a:p>
                      <a:pPr algn="ctr"/>
                      <a:r>
                        <a:rPr sz="2000" b="1" dirty="0" err="1">
                          <a:solidFill>
                            <a:schemeClr val="tx1"/>
                          </a:solidFill>
                          <a:latin typeface="微軟正黑體" panose="020B0604030504040204" pitchFamily="34" charset="-120"/>
                          <a:ea typeface="微軟正黑體" panose="020B0604030504040204" pitchFamily="34" charset="-120"/>
                        </a:rPr>
                        <a:t>逍遙第二代</a:t>
                      </a:r>
                      <a:endParaRPr sz="2000" b="1" dirty="0">
                        <a:solidFill>
                          <a:schemeClr val="tx1"/>
                        </a:solidFill>
                        <a:latin typeface="微軟正黑體" panose="020B0604030504040204" pitchFamily="34" charset="-120"/>
                        <a:ea typeface="微軟正黑體" panose="020B0604030504040204" pitchFamily="34" charset="-120"/>
                      </a:endParaRPr>
                    </a:p>
                  </a:txBody>
                  <a:tcPr marR="73152" marT="73152"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sz="2000" b="1" dirty="0" err="1">
                          <a:solidFill>
                            <a:schemeClr val="tx1"/>
                          </a:solidFill>
                          <a:latin typeface="微軟正黑體" panose="020B0604030504040204" pitchFamily="34" charset="-120"/>
                          <a:ea typeface="微軟正黑體" panose="020B0604030504040204" pitchFamily="34" charset="-120"/>
                        </a:rPr>
                        <a:t>增程</a:t>
                      </a:r>
                      <a:r>
                        <a:rPr sz="2000" b="1" dirty="0">
                          <a:solidFill>
                            <a:schemeClr val="tx1"/>
                          </a:solidFill>
                          <a:latin typeface="微軟正黑體" panose="020B0604030504040204" pitchFamily="34" charset="-120"/>
                          <a:ea typeface="微軟正黑體" panose="020B0604030504040204" pitchFamily="34" charset="-120"/>
                        </a:rPr>
                        <a:t>/PHEV</a:t>
                      </a:r>
                    </a:p>
                    <a:p>
                      <a:pPr algn="ctr">
                        <a:spcBef>
                          <a:spcPts val="300"/>
                        </a:spcBef>
                      </a:pPr>
                      <a:r>
                        <a:rPr sz="2000" b="1" dirty="0" err="1">
                          <a:solidFill>
                            <a:schemeClr val="tx1"/>
                          </a:solidFill>
                          <a:latin typeface="微軟正黑體" panose="020B0604030504040204" pitchFamily="34" charset="-120"/>
                          <a:ea typeface="微軟正黑體" panose="020B0604030504040204" pitchFamily="34" charset="-120"/>
                        </a:rPr>
                        <a:t>電池</a:t>
                      </a:r>
                      <a:endParaRPr sz="2000" b="1" dirty="0">
                        <a:solidFill>
                          <a:schemeClr val="tx1"/>
                        </a:solidFill>
                        <a:latin typeface="微軟正黑體" panose="020B0604030504040204" pitchFamily="34" charset="-120"/>
                        <a:ea typeface="微軟正黑體" panose="020B0604030504040204" pitchFamily="34" charset="-120"/>
                      </a:endParaRPr>
                    </a:p>
                  </a:txBody>
                  <a:tcPr marL="109728" marT="73152"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80975" indent="-180975" algn="l">
                        <a:buSzPct val="80000"/>
                        <a:buFont typeface="Wingdings" panose="05000000000000000000" pitchFamily="2" charset="2"/>
                        <a:buChar char="l"/>
                      </a:pPr>
                      <a:r>
                        <a:rPr sz="2000" b="1" dirty="0">
                          <a:solidFill>
                            <a:schemeClr val="tx1"/>
                          </a:solidFill>
                          <a:latin typeface="微軟正黑體" panose="020B0604030504040204" pitchFamily="34" charset="-120"/>
                          <a:ea typeface="微軟正黑體" panose="020B0604030504040204" pitchFamily="34" charset="-120"/>
                        </a:rPr>
                        <a:t>高階版本純電續航600公里</a:t>
                      </a:r>
                    </a:p>
                    <a:p>
                      <a:pPr marL="180975" indent="-180975" algn="l">
                        <a:spcBef>
                          <a:spcPts val="300"/>
                        </a:spcBef>
                        <a:buSzPct val="80000"/>
                        <a:buFont typeface="Wingdings" panose="05000000000000000000" pitchFamily="2" charset="2"/>
                        <a:buChar char="l"/>
                      </a:pPr>
                      <a:r>
                        <a:rPr sz="2000" b="1" dirty="0">
                          <a:solidFill>
                            <a:schemeClr val="tx1"/>
                          </a:solidFill>
                          <a:latin typeface="微軟正黑體" panose="020B0604030504040204" pitchFamily="34" charset="-120"/>
                          <a:ea typeface="微軟正黑體" panose="020B0604030504040204" pitchFamily="34" charset="-120"/>
                        </a:rPr>
                        <a:t>綜合續航2,000公里</a:t>
                      </a:r>
                    </a:p>
                    <a:p>
                      <a:pPr marL="180975" indent="-180975" algn="l">
                        <a:spcBef>
                          <a:spcPts val="300"/>
                        </a:spcBef>
                        <a:buSzPct val="80000"/>
                        <a:buFont typeface="Wingdings" panose="05000000000000000000" pitchFamily="2" charset="2"/>
                        <a:buChar char="l"/>
                      </a:pPr>
                      <a:r>
                        <a:rPr sz="2000" b="1" dirty="0">
                          <a:solidFill>
                            <a:schemeClr val="tx1"/>
                          </a:solidFill>
                          <a:latin typeface="微軟正黑體" panose="020B0604030504040204" pitchFamily="34" charset="-120"/>
                          <a:ea typeface="微軟正黑體" panose="020B0604030504040204" pitchFamily="34" charset="-120"/>
                        </a:rPr>
                        <a:t>20% SOC</a:t>
                      </a:r>
                      <a:r>
                        <a:rPr lang="zh-TW" altLang="en-US" sz="2000" b="1" dirty="0">
                          <a:solidFill>
                            <a:schemeClr val="tx1"/>
                          </a:solidFill>
                          <a:latin typeface="微軟正黑體" panose="020B0604030504040204" pitchFamily="34" charset="-120"/>
                          <a:ea typeface="微軟正黑體" panose="020B0604030504040204" pitchFamily="34" charset="-120"/>
                        </a:rPr>
                        <a:t>低</a:t>
                      </a:r>
                      <a:r>
                        <a:rPr sz="2000" b="1" dirty="0">
                          <a:solidFill>
                            <a:schemeClr val="tx1"/>
                          </a:solidFill>
                          <a:latin typeface="微軟正黑體" panose="020B0604030504040204" pitchFamily="34" charset="-120"/>
                          <a:ea typeface="微軟正黑體" panose="020B0604030504040204" pitchFamily="34" charset="-120"/>
                        </a:rPr>
                        <a:t>電</a:t>
                      </a:r>
                      <a:r>
                        <a:rPr lang="zh-TW" altLang="en-US" sz="2000" b="1" dirty="0">
                          <a:solidFill>
                            <a:schemeClr val="tx1"/>
                          </a:solidFill>
                          <a:latin typeface="微軟正黑體" panose="020B0604030504040204" pitchFamily="34" charset="-120"/>
                          <a:ea typeface="微軟正黑體" panose="020B0604030504040204" pitchFamily="34" charset="-120"/>
                        </a:rPr>
                        <a:t>量</a:t>
                      </a:r>
                      <a:r>
                        <a:rPr sz="2000" b="1" dirty="0">
                          <a:solidFill>
                            <a:schemeClr val="tx1"/>
                          </a:solidFill>
                          <a:latin typeface="微軟正黑體" panose="020B0604030504040204" pitchFamily="34" charset="-120"/>
                          <a:ea typeface="微軟正黑體" panose="020B0604030504040204" pitchFamily="34" charset="-120"/>
                        </a:rPr>
                        <a:t>可輸出1.2MW</a:t>
                      </a:r>
                    </a:p>
                  </a:txBody>
                  <a:tcPr marL="109728" marT="73152"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80975" indent="-180975" algn="l">
                        <a:buSzPct val="80000"/>
                        <a:buFont typeface="Wingdings" panose="05000000000000000000" pitchFamily="2" charset="2"/>
                        <a:buChar char="l"/>
                      </a:pPr>
                      <a:r>
                        <a:rPr lang="zh-TW" altLang="en-US" sz="2000" b="1" dirty="0">
                          <a:solidFill>
                            <a:schemeClr val="tx1"/>
                          </a:solidFill>
                          <a:latin typeface="微軟正黑體" panose="020B0604030504040204" pitchFamily="34" charset="-120"/>
                          <a:ea typeface="微軟正黑體" panose="020B0604030504040204" pitchFamily="34" charset="-120"/>
                        </a:rPr>
                        <a:t>長純電續航</a:t>
                      </a:r>
                      <a:r>
                        <a:rPr sz="2000" b="1" dirty="0" err="1">
                          <a:solidFill>
                            <a:schemeClr val="tx1"/>
                          </a:solidFill>
                          <a:latin typeface="微軟正黑體" panose="020B0604030504040204" pitchFamily="34" charset="-120"/>
                          <a:ea typeface="微軟正黑體" panose="020B0604030504040204" pitchFamily="34" charset="-120"/>
                        </a:rPr>
                        <a:t>降低增程器依賴</a:t>
                      </a:r>
                      <a:endParaRPr sz="2000" b="1" dirty="0">
                        <a:solidFill>
                          <a:schemeClr val="tx1"/>
                        </a:solidFill>
                        <a:latin typeface="微軟正黑體" panose="020B0604030504040204" pitchFamily="34" charset="-120"/>
                        <a:ea typeface="微軟正黑體" panose="020B0604030504040204" pitchFamily="34" charset="-120"/>
                      </a:endParaRPr>
                    </a:p>
                    <a:p>
                      <a:pPr marL="180975" indent="-180975" algn="l">
                        <a:spcBef>
                          <a:spcPts val="300"/>
                        </a:spcBef>
                        <a:buSzPct val="80000"/>
                        <a:buFont typeface="Wingdings" panose="05000000000000000000" pitchFamily="2" charset="2"/>
                        <a:buChar char="l"/>
                      </a:pPr>
                      <a:r>
                        <a:rPr sz="2000" b="1" dirty="0" err="1">
                          <a:solidFill>
                            <a:schemeClr val="tx1"/>
                          </a:solidFill>
                          <a:latin typeface="微軟正黑體" panose="020B0604030504040204" pitchFamily="34" charset="-120"/>
                          <a:ea typeface="微軟正黑體" panose="020B0604030504040204" pitchFamily="34" charset="-120"/>
                        </a:rPr>
                        <a:t>低電量</a:t>
                      </a:r>
                      <a:r>
                        <a:rPr lang="zh-TW" altLang="en-US" sz="2000" b="1" dirty="0">
                          <a:solidFill>
                            <a:schemeClr val="tx1"/>
                          </a:solidFill>
                          <a:latin typeface="微軟正黑體" panose="020B0604030504040204" pitchFamily="34" charset="-120"/>
                          <a:ea typeface="微軟正黑體" panose="020B0604030504040204" pitchFamily="34" charset="-120"/>
                        </a:rPr>
                        <a:t>仍具越野及爬坡能力</a:t>
                      </a:r>
                      <a:endParaRPr lang="en-US" altLang="zh-TW" sz="2000" b="1" dirty="0">
                        <a:solidFill>
                          <a:schemeClr val="tx1"/>
                        </a:solidFill>
                        <a:latin typeface="微軟正黑體" panose="020B0604030504040204" pitchFamily="34" charset="-120"/>
                        <a:ea typeface="微軟正黑體" panose="020B0604030504040204" pitchFamily="34" charset="-120"/>
                      </a:endParaRPr>
                    </a:p>
                    <a:p>
                      <a:pPr marL="180975" indent="-180975" algn="l">
                        <a:spcBef>
                          <a:spcPts val="300"/>
                        </a:spcBef>
                        <a:buSzPct val="80000"/>
                        <a:buFont typeface="Wingdings" panose="05000000000000000000" pitchFamily="2" charset="2"/>
                        <a:buChar char="l"/>
                      </a:pPr>
                      <a:r>
                        <a:rPr lang="zh-TW" altLang="en-US" sz="2000" b="1" dirty="0">
                          <a:solidFill>
                            <a:schemeClr val="tx1"/>
                          </a:solidFill>
                          <a:latin typeface="微軟正黑體" panose="020B0604030504040204" pitchFamily="34" charset="-120"/>
                          <a:ea typeface="微軟正黑體" panose="020B0604030504040204" pitchFamily="34" charset="-120"/>
                        </a:rPr>
                        <a:t>電池包防水及耐衝擊</a:t>
                      </a:r>
                      <a:endParaRPr sz="2000" b="1" dirty="0">
                        <a:solidFill>
                          <a:schemeClr val="tx1"/>
                        </a:solidFill>
                        <a:latin typeface="微軟正黑體" panose="020B0604030504040204" pitchFamily="34" charset="-120"/>
                        <a:ea typeface="微軟正黑體" panose="020B0604030504040204" pitchFamily="34" charset="-120"/>
                      </a:endParaRPr>
                    </a:p>
                  </a:txBody>
                  <a:tcPr marL="109728" marT="73152"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792608763"/>
                  </a:ext>
                </a:extLst>
              </a:tr>
            </a:tbl>
          </a:graphicData>
        </a:graphic>
      </p:graphicFrame>
    </p:spTree>
    <p:extLst>
      <p:ext uri="{BB962C8B-B14F-4D97-AF65-F5344CB8AC3E}">
        <p14:creationId xmlns:p14="http://schemas.microsoft.com/office/powerpoint/2010/main" val="251185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B10D3081-1662-E685-E79C-196CA3CC20D0}"/>
              </a:ext>
            </a:extLst>
          </p:cNvPr>
          <p:cNvSpPr>
            <a:spLocks noGrp="1"/>
          </p:cNvSpPr>
          <p:nvPr>
            <p:ph type="title"/>
          </p:nvPr>
        </p:nvSpPr>
        <p:spPr>
          <a:xfrm>
            <a:off x="641445" y="78245"/>
            <a:ext cx="11340000" cy="676866"/>
          </a:xfrm>
        </p:spPr>
        <p:txBody>
          <a:bodyPr/>
          <a:lstStyle/>
          <a:p>
            <a:r>
              <a:rPr lang="zh-TW" altLang="en-US" dirty="0"/>
              <a:t>神行第三代主攻超充與低溫有效充電</a:t>
            </a:r>
            <a:r>
              <a:rPr lang="en-US" altLang="zh-TW" dirty="0"/>
              <a:t/>
            </a:r>
            <a:br>
              <a:rPr lang="en-US" altLang="zh-TW" dirty="0"/>
            </a:br>
            <a:r>
              <a:rPr lang="en-US" altLang="zh-TW" dirty="0"/>
              <a:t>6</a:t>
            </a:r>
            <a:r>
              <a:rPr lang="zh-TW" altLang="en-US" dirty="0"/>
              <a:t>分鐘充滿電　降低等待焦慮</a:t>
            </a:r>
          </a:p>
        </p:txBody>
      </p:sp>
      <p:sp>
        <p:nvSpPr>
          <p:cNvPr id="4" name="文字版面配置區 3">
            <a:extLst>
              <a:ext uri="{FF2B5EF4-FFF2-40B4-BE49-F238E27FC236}">
                <a16:creationId xmlns:a16="http://schemas.microsoft.com/office/drawing/2014/main" xmlns="" id="{958F2663-8AB1-6B9A-1324-30CCCD304CBA}"/>
              </a:ext>
            </a:extLst>
          </p:cNvPr>
          <p:cNvSpPr>
            <a:spLocks noGrp="1"/>
          </p:cNvSpPr>
          <p:nvPr>
            <p:ph type="body" sz="quarter" idx="10"/>
          </p:nvPr>
        </p:nvSpPr>
        <p:spPr/>
        <p:txBody>
          <a:bodyPr/>
          <a:lstStyle/>
          <a:p>
            <a:r>
              <a:rPr lang="zh-TW" altLang="en-US" dirty="0">
                <a:latin typeface="微軟正黑體" panose="020B0604030504040204" pitchFamily="34" charset="-120"/>
              </a:rPr>
              <a:t>資料來源：寧德時代，</a:t>
            </a:r>
            <a:r>
              <a:rPr lang="en-US" altLang="zh-TW" dirty="0">
                <a:latin typeface="微軟正黑體" panose="020B0604030504040204" pitchFamily="34" charset="-120"/>
              </a:rPr>
              <a:t>DIGITIMES</a:t>
            </a:r>
            <a:r>
              <a:rPr lang="zh-TW" altLang="en-US" dirty="0">
                <a:latin typeface="微軟正黑體" panose="020B0604030504040204" pitchFamily="34" charset="-120"/>
              </a:rPr>
              <a:t>整理，</a:t>
            </a:r>
            <a:r>
              <a:rPr lang="en-US" altLang="zh-TW" dirty="0">
                <a:latin typeface="微軟正黑體" panose="020B0604030504040204" pitchFamily="34" charset="-120"/>
              </a:rPr>
              <a:t>2026/6</a:t>
            </a:r>
          </a:p>
        </p:txBody>
      </p:sp>
      <p:sp>
        <p:nvSpPr>
          <p:cNvPr id="6" name="文字方塊 5">
            <a:extLst>
              <a:ext uri="{FF2B5EF4-FFF2-40B4-BE49-F238E27FC236}">
                <a16:creationId xmlns:a16="http://schemas.microsoft.com/office/drawing/2014/main" xmlns="" id="{73A8D650-1C4D-55F7-A1A3-F64E7E0DBAC3}"/>
              </a:ext>
            </a:extLst>
          </p:cNvPr>
          <p:cNvSpPr txBox="1"/>
          <p:nvPr/>
        </p:nvSpPr>
        <p:spPr>
          <a:xfrm>
            <a:off x="3046207" y="1189589"/>
            <a:ext cx="6099586" cy="430887"/>
          </a:xfrm>
          <a:prstGeom prst="rect">
            <a:avLst/>
          </a:prstGeom>
          <a:noFill/>
        </p:spPr>
        <p:txBody>
          <a:bodyPr wrap="square">
            <a:spAutoFit/>
          </a:bodyPr>
          <a:lstStyle/>
          <a:p>
            <a:pPr algn="ctr"/>
            <a:r>
              <a:rPr lang="zh-TW" altLang="en-US" sz="2200" b="1" dirty="0">
                <a:latin typeface="微軟正黑體" panose="020B0604030504040204" pitchFamily="34" charset="-120"/>
                <a:ea typeface="微軟正黑體" panose="020B0604030504040204" pitchFamily="34" charset="-120"/>
              </a:rPr>
              <a:t>神行第三代超充電池技術與規格一覽</a:t>
            </a:r>
          </a:p>
        </p:txBody>
      </p:sp>
      <p:sp>
        <p:nvSpPr>
          <p:cNvPr id="7" name="矩形 6">
            <a:extLst>
              <a:ext uri="{FF2B5EF4-FFF2-40B4-BE49-F238E27FC236}">
                <a16:creationId xmlns:a16="http://schemas.microsoft.com/office/drawing/2014/main" xmlns="" id="{FDC34740-B87E-473C-A920-4ABE5900F190}"/>
              </a:ext>
            </a:extLst>
          </p:cNvPr>
          <p:cNvSpPr/>
          <p:nvPr/>
        </p:nvSpPr>
        <p:spPr>
          <a:xfrm>
            <a:off x="308928" y="1620476"/>
            <a:ext cx="2788920" cy="864861"/>
          </a:xfrm>
          <a:prstGeom prst="rect">
            <a:avLst/>
          </a:prstGeom>
          <a:solidFill>
            <a:srgbClr val="00539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矩形 7">
            <a:extLst>
              <a:ext uri="{FF2B5EF4-FFF2-40B4-BE49-F238E27FC236}">
                <a16:creationId xmlns:a16="http://schemas.microsoft.com/office/drawing/2014/main" xmlns="" id="{3BCF287A-FB84-66F4-91CF-15BACF4FB950}"/>
              </a:ext>
            </a:extLst>
          </p:cNvPr>
          <p:cNvSpPr/>
          <p:nvPr/>
        </p:nvSpPr>
        <p:spPr>
          <a:xfrm>
            <a:off x="3234779" y="1620476"/>
            <a:ext cx="2788920" cy="864861"/>
          </a:xfrm>
          <a:prstGeom prst="rect">
            <a:avLst/>
          </a:prstGeom>
          <a:solidFill>
            <a:srgbClr val="00539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矩形 8">
            <a:extLst>
              <a:ext uri="{FF2B5EF4-FFF2-40B4-BE49-F238E27FC236}">
                <a16:creationId xmlns:a16="http://schemas.microsoft.com/office/drawing/2014/main" xmlns="" id="{67493B41-25AA-DA29-051C-5EED8B83EC1B}"/>
              </a:ext>
            </a:extLst>
          </p:cNvPr>
          <p:cNvSpPr/>
          <p:nvPr/>
        </p:nvSpPr>
        <p:spPr>
          <a:xfrm>
            <a:off x="6156361" y="1620476"/>
            <a:ext cx="2788920" cy="864861"/>
          </a:xfrm>
          <a:prstGeom prst="rect">
            <a:avLst/>
          </a:prstGeom>
          <a:solidFill>
            <a:srgbClr val="00539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矩形 9">
            <a:extLst>
              <a:ext uri="{FF2B5EF4-FFF2-40B4-BE49-F238E27FC236}">
                <a16:creationId xmlns:a16="http://schemas.microsoft.com/office/drawing/2014/main" xmlns="" id="{AFDB7ED8-37E5-45B5-85CD-A51C57886999}"/>
              </a:ext>
            </a:extLst>
          </p:cNvPr>
          <p:cNvSpPr/>
          <p:nvPr/>
        </p:nvSpPr>
        <p:spPr>
          <a:xfrm>
            <a:off x="9082212" y="1620476"/>
            <a:ext cx="2788920" cy="864861"/>
          </a:xfrm>
          <a:prstGeom prst="rect">
            <a:avLst/>
          </a:prstGeom>
          <a:solidFill>
            <a:srgbClr val="00539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文字方塊 10">
            <a:extLst>
              <a:ext uri="{FF2B5EF4-FFF2-40B4-BE49-F238E27FC236}">
                <a16:creationId xmlns:a16="http://schemas.microsoft.com/office/drawing/2014/main" xmlns="" id="{9CA70E94-1A37-452C-0972-2D0B93D0F2CF}"/>
              </a:ext>
            </a:extLst>
          </p:cNvPr>
          <p:cNvSpPr txBox="1"/>
          <p:nvPr/>
        </p:nvSpPr>
        <p:spPr>
          <a:xfrm>
            <a:off x="638705" y="1637735"/>
            <a:ext cx="2159857" cy="400110"/>
          </a:xfrm>
          <a:prstGeom prst="rect">
            <a:avLst/>
          </a:prstGeom>
          <a:noFill/>
        </p:spPr>
        <p:txBody>
          <a:bodyPr wrap="square">
            <a:spAutoFit/>
          </a:bodyPr>
          <a:lstStyle/>
          <a:p>
            <a:pPr algn="ctr"/>
            <a:r>
              <a:rPr lang="en-US" altLang="zh-TW" sz="2000" b="1" dirty="0">
                <a:solidFill>
                  <a:schemeClr val="bg1"/>
                </a:solidFill>
                <a:latin typeface="微軟正黑體" panose="020B0604030504040204" pitchFamily="34" charset="-120"/>
                <a:ea typeface="微軟正黑體" panose="020B0604030504040204" pitchFamily="34" charset="-120"/>
              </a:rPr>
              <a:t>10~98%</a:t>
            </a:r>
            <a:r>
              <a:rPr lang="zh-TW" altLang="en-US" sz="2000" b="1" dirty="0">
                <a:solidFill>
                  <a:schemeClr val="bg1"/>
                </a:solidFill>
                <a:latin typeface="微軟正黑體" panose="020B0604030504040204" pitchFamily="34" charset="-120"/>
                <a:ea typeface="微軟正黑體" panose="020B0604030504040204" pitchFamily="34" charset="-120"/>
              </a:rPr>
              <a:t>充電</a:t>
            </a:r>
          </a:p>
        </p:txBody>
      </p:sp>
      <p:sp>
        <p:nvSpPr>
          <p:cNvPr id="12" name="文字方塊 11">
            <a:extLst>
              <a:ext uri="{FF2B5EF4-FFF2-40B4-BE49-F238E27FC236}">
                <a16:creationId xmlns:a16="http://schemas.microsoft.com/office/drawing/2014/main" xmlns="" id="{956C88B5-BA83-EAAC-EACC-89B59DD0F300}"/>
              </a:ext>
            </a:extLst>
          </p:cNvPr>
          <p:cNvSpPr txBox="1"/>
          <p:nvPr/>
        </p:nvSpPr>
        <p:spPr>
          <a:xfrm>
            <a:off x="510261" y="2014928"/>
            <a:ext cx="2346593" cy="461665"/>
          </a:xfrm>
          <a:prstGeom prst="rect">
            <a:avLst/>
          </a:prstGeom>
          <a:noFill/>
        </p:spPr>
        <p:txBody>
          <a:bodyPr wrap="square">
            <a:spAutoFit/>
          </a:bodyPr>
          <a:lstStyle/>
          <a:p>
            <a:pPr algn="ctr"/>
            <a:r>
              <a:rPr lang="en-US" altLang="zh-TW" sz="2400" b="1" dirty="0">
                <a:solidFill>
                  <a:srgbClr val="FFFFFF"/>
                </a:solidFill>
                <a:latin typeface="微軟正黑體" panose="020B0604030504040204" pitchFamily="34" charset="-120"/>
                <a:ea typeface="微軟正黑體" panose="020B0604030504040204" pitchFamily="34" charset="-120"/>
              </a:rPr>
              <a:t>6</a:t>
            </a:r>
            <a:r>
              <a:rPr lang="zh-TW" altLang="en-US" sz="2400" b="1" dirty="0">
                <a:solidFill>
                  <a:srgbClr val="FFFFFF"/>
                </a:solidFill>
                <a:latin typeface="微軟正黑體" panose="020B0604030504040204" pitchFamily="34" charset="-120"/>
                <a:ea typeface="微軟正黑體" panose="020B0604030504040204" pitchFamily="34" charset="-120"/>
              </a:rPr>
              <a:t>分</a:t>
            </a:r>
            <a:r>
              <a:rPr lang="en-US" altLang="zh-TW" sz="2400" b="1" dirty="0">
                <a:solidFill>
                  <a:srgbClr val="FFFFFF"/>
                </a:solidFill>
                <a:latin typeface="微軟正黑體" panose="020B0604030504040204" pitchFamily="34" charset="-120"/>
                <a:ea typeface="微軟正黑體" panose="020B0604030504040204" pitchFamily="34" charset="-120"/>
              </a:rPr>
              <a:t>27</a:t>
            </a:r>
            <a:r>
              <a:rPr lang="zh-TW" altLang="en-US" sz="2400" b="1" dirty="0">
                <a:solidFill>
                  <a:srgbClr val="FFFFFF"/>
                </a:solidFill>
                <a:latin typeface="微軟正黑體" panose="020B0604030504040204" pitchFamily="34" charset="-120"/>
                <a:ea typeface="微軟正黑體" panose="020B0604030504040204" pitchFamily="34" charset="-120"/>
              </a:rPr>
              <a:t>秒</a:t>
            </a:r>
            <a:endParaRPr lang="en-US" altLang="zh-TW" sz="2400" b="1" dirty="0">
              <a:solidFill>
                <a:srgbClr val="FFFFFF"/>
              </a:solidFill>
              <a:latin typeface="微軟正黑體" panose="020B0604030504040204" pitchFamily="34" charset="-120"/>
              <a:ea typeface="微軟正黑體" panose="020B0604030504040204" pitchFamily="34" charset="-120"/>
            </a:endParaRPr>
          </a:p>
        </p:txBody>
      </p:sp>
      <p:sp>
        <p:nvSpPr>
          <p:cNvPr id="13" name="文字方塊 12">
            <a:extLst>
              <a:ext uri="{FF2B5EF4-FFF2-40B4-BE49-F238E27FC236}">
                <a16:creationId xmlns:a16="http://schemas.microsoft.com/office/drawing/2014/main" xmlns="" id="{EB9F8E2F-91F6-810B-0F09-219CB86770D8}"/>
              </a:ext>
            </a:extLst>
          </p:cNvPr>
          <p:cNvSpPr txBox="1"/>
          <p:nvPr/>
        </p:nvSpPr>
        <p:spPr>
          <a:xfrm>
            <a:off x="3596898" y="1626718"/>
            <a:ext cx="2192819" cy="400110"/>
          </a:xfrm>
          <a:prstGeom prst="rect">
            <a:avLst/>
          </a:prstGeom>
          <a:noFill/>
        </p:spPr>
        <p:txBody>
          <a:bodyPr wrap="square">
            <a:spAutoFit/>
          </a:bodyPr>
          <a:lstStyle/>
          <a:p>
            <a:r>
              <a:rPr lang="en-US" altLang="zh-TW" sz="2000" b="1" dirty="0">
                <a:solidFill>
                  <a:schemeClr val="bg1"/>
                </a:solidFill>
                <a:latin typeface="微軟正黑體" panose="020B0604030504040204" pitchFamily="34" charset="-120"/>
                <a:ea typeface="微軟正黑體" panose="020B0604030504040204" pitchFamily="34" charset="-120"/>
              </a:rPr>
              <a:t>10~80%</a:t>
            </a:r>
            <a:r>
              <a:rPr lang="zh-TW" altLang="en-US" sz="2000" b="1" dirty="0">
                <a:solidFill>
                  <a:schemeClr val="bg1"/>
                </a:solidFill>
                <a:latin typeface="微軟正黑體" panose="020B0604030504040204" pitchFamily="34" charset="-120"/>
                <a:ea typeface="微軟正黑體" panose="020B0604030504040204" pitchFamily="34" charset="-120"/>
              </a:rPr>
              <a:t>充電</a:t>
            </a:r>
          </a:p>
        </p:txBody>
      </p:sp>
      <p:sp>
        <p:nvSpPr>
          <p:cNvPr id="14" name="文字方塊 13">
            <a:extLst>
              <a:ext uri="{FF2B5EF4-FFF2-40B4-BE49-F238E27FC236}">
                <a16:creationId xmlns:a16="http://schemas.microsoft.com/office/drawing/2014/main" xmlns="" id="{926EBF9F-45FB-23D2-281E-CDC6A85B35AE}"/>
              </a:ext>
            </a:extLst>
          </p:cNvPr>
          <p:cNvSpPr txBox="1"/>
          <p:nvPr/>
        </p:nvSpPr>
        <p:spPr>
          <a:xfrm>
            <a:off x="3502537" y="2023672"/>
            <a:ext cx="2313543" cy="461665"/>
          </a:xfrm>
          <a:prstGeom prst="rect">
            <a:avLst/>
          </a:prstGeom>
          <a:noFill/>
        </p:spPr>
        <p:txBody>
          <a:bodyPr wrap="square">
            <a:spAutoFit/>
          </a:bodyPr>
          <a:lstStyle/>
          <a:p>
            <a:pPr algn="ctr"/>
            <a:r>
              <a:rPr lang="en-US" altLang="zh-TW" sz="2400" b="1" dirty="0">
                <a:solidFill>
                  <a:srgbClr val="FFFFFF"/>
                </a:solidFill>
                <a:latin typeface="微軟正黑體" panose="020B0604030504040204" pitchFamily="34" charset="-120"/>
                <a:ea typeface="微軟正黑體" panose="020B0604030504040204" pitchFamily="34" charset="-120"/>
              </a:rPr>
              <a:t>3</a:t>
            </a:r>
            <a:r>
              <a:rPr lang="zh-TW" altLang="en-US" sz="2400" b="1" dirty="0">
                <a:solidFill>
                  <a:srgbClr val="FFFFFF"/>
                </a:solidFill>
                <a:latin typeface="微軟正黑體" panose="020B0604030504040204" pitchFamily="34" charset="-120"/>
                <a:ea typeface="微軟正黑體" panose="020B0604030504040204" pitchFamily="34" charset="-120"/>
              </a:rPr>
              <a:t>分</a:t>
            </a:r>
            <a:r>
              <a:rPr lang="en-US" altLang="zh-TW" sz="2400" b="1" dirty="0">
                <a:solidFill>
                  <a:srgbClr val="FFFFFF"/>
                </a:solidFill>
                <a:latin typeface="微軟正黑體" panose="020B0604030504040204" pitchFamily="34" charset="-120"/>
                <a:ea typeface="微軟正黑體" panose="020B0604030504040204" pitchFamily="34" charset="-120"/>
              </a:rPr>
              <a:t>44</a:t>
            </a:r>
            <a:r>
              <a:rPr lang="zh-TW" altLang="en-US" sz="2400" b="1" dirty="0">
                <a:solidFill>
                  <a:srgbClr val="FFFFFF"/>
                </a:solidFill>
                <a:latin typeface="微軟正黑體" panose="020B0604030504040204" pitchFamily="34" charset="-120"/>
                <a:ea typeface="微軟正黑體" panose="020B0604030504040204" pitchFamily="34" charset="-120"/>
              </a:rPr>
              <a:t>秒</a:t>
            </a:r>
            <a:endParaRPr lang="en-US" altLang="zh-TW" sz="2400" b="1" dirty="0">
              <a:solidFill>
                <a:srgbClr val="FFFFFF"/>
              </a:solidFill>
              <a:latin typeface="微軟正黑體" panose="020B0604030504040204" pitchFamily="34" charset="-120"/>
              <a:ea typeface="微軟正黑體" panose="020B0604030504040204" pitchFamily="34" charset="-120"/>
            </a:endParaRPr>
          </a:p>
        </p:txBody>
      </p:sp>
      <p:sp>
        <p:nvSpPr>
          <p:cNvPr id="15" name="文字方塊 14">
            <a:extLst>
              <a:ext uri="{FF2B5EF4-FFF2-40B4-BE49-F238E27FC236}">
                <a16:creationId xmlns:a16="http://schemas.microsoft.com/office/drawing/2014/main" xmlns="" id="{9950D8DB-DB8B-50F2-9F3B-129CD3AF85DA}"/>
              </a:ext>
            </a:extLst>
          </p:cNvPr>
          <p:cNvSpPr txBox="1"/>
          <p:nvPr/>
        </p:nvSpPr>
        <p:spPr>
          <a:xfrm>
            <a:off x="6558518" y="1623562"/>
            <a:ext cx="2016088" cy="400110"/>
          </a:xfrm>
          <a:prstGeom prst="rect">
            <a:avLst/>
          </a:prstGeom>
          <a:noFill/>
        </p:spPr>
        <p:txBody>
          <a:bodyPr wrap="square">
            <a:spAutoFit/>
          </a:bodyPr>
          <a:lstStyle/>
          <a:p>
            <a:pPr algn="ctr"/>
            <a:r>
              <a:rPr lang="en-US" altLang="zh-TW" sz="2000" b="1" dirty="0">
                <a:solidFill>
                  <a:schemeClr val="bg1"/>
                </a:solidFill>
                <a:latin typeface="微軟正黑體" panose="020B0604030504040204" pitchFamily="34" charset="-120"/>
                <a:ea typeface="微軟正黑體" panose="020B0604030504040204" pitchFamily="34" charset="-120"/>
              </a:rPr>
              <a:t>-30°C</a:t>
            </a:r>
            <a:r>
              <a:rPr lang="zh-TW" altLang="en-US" sz="2000" b="1" dirty="0">
                <a:solidFill>
                  <a:schemeClr val="bg1"/>
                </a:solidFill>
                <a:latin typeface="微軟正黑體" panose="020B0604030504040204" pitchFamily="34" charset="-120"/>
                <a:ea typeface="微軟正黑體" panose="020B0604030504040204" pitchFamily="34" charset="-120"/>
              </a:rPr>
              <a:t>低溫快充</a:t>
            </a:r>
          </a:p>
        </p:txBody>
      </p:sp>
      <p:sp>
        <p:nvSpPr>
          <p:cNvPr id="16" name="文字方塊 15">
            <a:extLst>
              <a:ext uri="{FF2B5EF4-FFF2-40B4-BE49-F238E27FC236}">
                <a16:creationId xmlns:a16="http://schemas.microsoft.com/office/drawing/2014/main" xmlns="" id="{077637C2-0FBD-B340-D43C-8BD978C59382}"/>
              </a:ext>
            </a:extLst>
          </p:cNvPr>
          <p:cNvSpPr txBox="1"/>
          <p:nvPr/>
        </p:nvSpPr>
        <p:spPr>
          <a:xfrm>
            <a:off x="6409790" y="2012387"/>
            <a:ext cx="2313543" cy="461665"/>
          </a:xfrm>
          <a:prstGeom prst="rect">
            <a:avLst/>
          </a:prstGeom>
          <a:noFill/>
        </p:spPr>
        <p:txBody>
          <a:bodyPr wrap="square">
            <a:spAutoFit/>
          </a:bodyPr>
          <a:lstStyle/>
          <a:p>
            <a:pPr algn="ctr"/>
            <a:r>
              <a:rPr lang="en-US" altLang="zh-TW" sz="2400" b="1" dirty="0">
                <a:solidFill>
                  <a:srgbClr val="FFFFFF"/>
                </a:solidFill>
                <a:latin typeface="微軟正黑體" panose="020B0604030504040204" pitchFamily="34" charset="-120"/>
                <a:ea typeface="微軟正黑體" panose="020B0604030504040204" pitchFamily="34" charset="-120"/>
              </a:rPr>
              <a:t>9</a:t>
            </a:r>
            <a:r>
              <a:rPr lang="zh-TW" altLang="en-US" sz="2400" b="1" dirty="0">
                <a:solidFill>
                  <a:srgbClr val="FFFFFF"/>
                </a:solidFill>
                <a:latin typeface="微軟正黑體" panose="020B0604030504040204" pitchFamily="34" charset="-120"/>
                <a:ea typeface="微軟正黑體" panose="020B0604030504040204" pitchFamily="34" charset="-120"/>
              </a:rPr>
              <a:t>分鐘</a:t>
            </a:r>
            <a:endParaRPr lang="en-US" altLang="zh-TW" sz="2400" b="1" dirty="0">
              <a:solidFill>
                <a:srgbClr val="FFFFFF"/>
              </a:solidFill>
              <a:latin typeface="微軟正黑體" panose="020B0604030504040204" pitchFamily="34" charset="-120"/>
              <a:ea typeface="微軟正黑體" panose="020B0604030504040204" pitchFamily="34" charset="-120"/>
            </a:endParaRPr>
          </a:p>
        </p:txBody>
      </p:sp>
      <p:sp>
        <p:nvSpPr>
          <p:cNvPr id="17" name="文字方塊 16">
            <a:extLst>
              <a:ext uri="{FF2B5EF4-FFF2-40B4-BE49-F238E27FC236}">
                <a16:creationId xmlns:a16="http://schemas.microsoft.com/office/drawing/2014/main" xmlns="" id="{4FE2784A-7663-85CB-C5CB-D811E1714951}"/>
              </a:ext>
            </a:extLst>
          </p:cNvPr>
          <p:cNvSpPr txBox="1"/>
          <p:nvPr/>
        </p:nvSpPr>
        <p:spPr>
          <a:xfrm>
            <a:off x="8976763" y="1620476"/>
            <a:ext cx="2906310" cy="400110"/>
          </a:xfrm>
          <a:prstGeom prst="rect">
            <a:avLst/>
          </a:prstGeom>
          <a:noFill/>
        </p:spPr>
        <p:txBody>
          <a:bodyPr wrap="square">
            <a:spAutoFit/>
          </a:bodyPr>
          <a:lstStyle/>
          <a:p>
            <a:pPr algn="ctr"/>
            <a:r>
              <a:rPr lang="en-US" altLang="zh-TW" sz="2000" b="1" dirty="0">
                <a:solidFill>
                  <a:schemeClr val="bg1"/>
                </a:solidFill>
                <a:latin typeface="微軟正黑體" panose="020B0604030504040204" pitchFamily="34" charset="-120"/>
                <a:ea typeface="微軟正黑體" panose="020B0604030504040204" pitchFamily="34" charset="-120"/>
              </a:rPr>
              <a:t>1,000</a:t>
            </a:r>
            <a:r>
              <a:rPr lang="zh-TW" altLang="en-US" sz="2000" b="1" dirty="0">
                <a:solidFill>
                  <a:schemeClr val="bg1"/>
                </a:solidFill>
                <a:latin typeface="微軟正黑體" panose="020B0604030504040204" pitchFamily="34" charset="-120"/>
                <a:ea typeface="微軟正黑體" panose="020B0604030504040204" pitchFamily="34" charset="-120"/>
              </a:rPr>
              <a:t>次循環容量保持</a:t>
            </a:r>
          </a:p>
        </p:txBody>
      </p:sp>
      <p:sp>
        <p:nvSpPr>
          <p:cNvPr id="18" name="文字方塊 17">
            <a:extLst>
              <a:ext uri="{FF2B5EF4-FFF2-40B4-BE49-F238E27FC236}">
                <a16:creationId xmlns:a16="http://schemas.microsoft.com/office/drawing/2014/main" xmlns="" id="{D4620DCE-6F6D-561C-2B4D-56776E0D5136}"/>
              </a:ext>
            </a:extLst>
          </p:cNvPr>
          <p:cNvSpPr txBox="1"/>
          <p:nvPr/>
        </p:nvSpPr>
        <p:spPr>
          <a:xfrm>
            <a:off x="9324310" y="2009569"/>
            <a:ext cx="2313543" cy="461665"/>
          </a:xfrm>
          <a:prstGeom prst="rect">
            <a:avLst/>
          </a:prstGeom>
          <a:noFill/>
        </p:spPr>
        <p:txBody>
          <a:bodyPr wrap="square">
            <a:spAutoFit/>
          </a:bodyPr>
          <a:lstStyle/>
          <a:p>
            <a:pPr algn="ctr"/>
            <a:r>
              <a:rPr lang="en-US" altLang="zh-TW" sz="2400" b="1" dirty="0">
                <a:solidFill>
                  <a:srgbClr val="FFFFFF"/>
                </a:solidFill>
                <a:latin typeface="微軟正黑體" panose="020B0604030504040204" pitchFamily="34" charset="-120"/>
                <a:ea typeface="微軟正黑體" panose="020B0604030504040204" pitchFamily="34" charset="-120"/>
              </a:rPr>
              <a:t>≥ 90%</a:t>
            </a:r>
          </a:p>
        </p:txBody>
      </p:sp>
      <p:sp>
        <p:nvSpPr>
          <p:cNvPr id="19" name="矩形 18">
            <a:extLst>
              <a:ext uri="{FF2B5EF4-FFF2-40B4-BE49-F238E27FC236}">
                <a16:creationId xmlns:a16="http://schemas.microsoft.com/office/drawing/2014/main" xmlns="" id="{C4B77783-020B-3642-9BDB-F2B63D90E8D9}"/>
              </a:ext>
            </a:extLst>
          </p:cNvPr>
          <p:cNvSpPr/>
          <p:nvPr/>
        </p:nvSpPr>
        <p:spPr>
          <a:xfrm>
            <a:off x="316458" y="2534557"/>
            <a:ext cx="5714772" cy="363332"/>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2200" b="1" dirty="0">
                <a:latin typeface="微軟正黑體" panose="020B0604030504040204" pitchFamily="34" charset="-120"/>
                <a:ea typeface="微軟正黑體" panose="020B0604030504040204" pitchFamily="34" charset="-120"/>
              </a:rPr>
              <a:t>技術突破項目</a:t>
            </a:r>
          </a:p>
        </p:txBody>
      </p:sp>
      <p:sp>
        <p:nvSpPr>
          <p:cNvPr id="20" name="矩形 19">
            <a:extLst>
              <a:ext uri="{FF2B5EF4-FFF2-40B4-BE49-F238E27FC236}">
                <a16:creationId xmlns:a16="http://schemas.microsoft.com/office/drawing/2014/main" xmlns="" id="{86EE23B6-A5CD-EFEE-1DE8-671648761BAC}"/>
              </a:ext>
            </a:extLst>
          </p:cNvPr>
          <p:cNvSpPr/>
          <p:nvPr/>
        </p:nvSpPr>
        <p:spPr>
          <a:xfrm>
            <a:off x="316458" y="2905424"/>
            <a:ext cx="5714772" cy="3557395"/>
          </a:xfrm>
          <a:prstGeom prst="rect">
            <a:avLst/>
          </a:prstGeom>
          <a:solidFill>
            <a:schemeClr val="accent2">
              <a:lumMod val="20000"/>
              <a:lumOff val="80000"/>
              <a:alpha val="50196"/>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文字方塊 20">
            <a:extLst>
              <a:ext uri="{FF2B5EF4-FFF2-40B4-BE49-F238E27FC236}">
                <a16:creationId xmlns:a16="http://schemas.microsoft.com/office/drawing/2014/main" xmlns="" id="{05F89636-D106-5F7B-B90E-265E97553801}"/>
              </a:ext>
            </a:extLst>
          </p:cNvPr>
          <p:cNvSpPr txBox="1"/>
          <p:nvPr/>
        </p:nvSpPr>
        <p:spPr>
          <a:xfrm>
            <a:off x="327611" y="2950029"/>
            <a:ext cx="5828749" cy="3516347"/>
          </a:xfrm>
          <a:prstGeom prst="rect">
            <a:avLst/>
          </a:prstGeom>
          <a:noFill/>
        </p:spPr>
        <p:txBody>
          <a:bodyPr wrap="square">
            <a:spAutoFit/>
          </a:bodyPr>
          <a:lstStyle/>
          <a:p>
            <a:pPr marL="263525" indent="-263525">
              <a:spcBef>
                <a:spcPts val="200"/>
              </a:spcBef>
              <a:spcAft>
                <a:spcPts val="100"/>
              </a:spcAft>
              <a:buSzPct val="80000"/>
              <a:buFont typeface="Wingdings" panose="05000000000000000000" pitchFamily="2" charset="2"/>
              <a:buChar char="l"/>
            </a:pPr>
            <a:r>
              <a:rPr lang="zh-TW" altLang="en-US" sz="2000" b="1" dirty="0">
                <a:latin typeface="微軟正黑體" panose="020B0604030504040204" pitchFamily="34" charset="-120"/>
                <a:ea typeface="微軟正黑體" panose="020B0604030504040204" pitchFamily="34" charset="-120"/>
              </a:rPr>
              <a:t>具備</a:t>
            </a:r>
            <a:r>
              <a:rPr lang="en-US" altLang="zh-TW" sz="2000" b="1" dirty="0">
                <a:latin typeface="微軟正黑體" panose="020B0604030504040204" pitchFamily="34" charset="-120"/>
                <a:ea typeface="微軟正黑體" panose="020B0604030504040204" pitchFamily="34" charset="-120"/>
              </a:rPr>
              <a:t>10C</a:t>
            </a:r>
            <a:r>
              <a:rPr lang="zh-TW" altLang="en-US" sz="2000" b="1" dirty="0">
                <a:latin typeface="微軟正黑體" panose="020B0604030504040204" pitchFamily="34" charset="-120"/>
                <a:ea typeface="微軟正黑體" panose="020B0604030504040204" pitchFamily="34" charset="-120"/>
              </a:rPr>
              <a:t>級超充能力</a:t>
            </a:r>
            <a:endParaRPr lang="en-US" altLang="zh-TW" sz="2000" b="1" dirty="0">
              <a:latin typeface="微軟正黑體" panose="020B0604030504040204" pitchFamily="34" charset="-120"/>
              <a:ea typeface="微軟正黑體" panose="020B0604030504040204" pitchFamily="34" charset="-120"/>
            </a:endParaRPr>
          </a:p>
          <a:p>
            <a:pPr marL="446088" lvl="1" indent="-177800">
              <a:spcBef>
                <a:spcPts val="200"/>
              </a:spcBef>
              <a:spcAft>
                <a:spcPts val="100"/>
              </a:spcAft>
              <a:buSzPct val="80000"/>
              <a:buFont typeface="Wingdings" panose="05000000000000000000" pitchFamily="2" charset="2"/>
              <a:buChar char="Ø"/>
            </a:pPr>
            <a:r>
              <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rPr>
              <a:t>10~98%</a:t>
            </a: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充電僅需</a:t>
            </a:r>
            <a:r>
              <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rPr>
              <a:t>6</a:t>
            </a: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分</a:t>
            </a:r>
            <a:r>
              <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rPr>
              <a:t>27</a:t>
            </a: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秒。</a:t>
            </a:r>
            <a:endPar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263525" indent="-263525">
              <a:spcBef>
                <a:spcPts val="200"/>
              </a:spcBef>
              <a:spcAft>
                <a:spcPts val="100"/>
              </a:spcAft>
              <a:buSzPct val="80000"/>
              <a:buFont typeface="Wingdings" panose="05000000000000000000" pitchFamily="2" charset="2"/>
              <a:buChar char="l"/>
            </a:pPr>
            <a:r>
              <a:rPr lang="zh-TW" altLang="en-US" sz="2000" b="1" dirty="0">
                <a:latin typeface="微軟正黑體" panose="020B0604030504040204" pitchFamily="34" charset="-120"/>
                <a:ea typeface="微軟正黑體" panose="020B0604030504040204" pitchFamily="34" charset="-120"/>
              </a:rPr>
              <a:t>降低電芯內阻與產熱</a:t>
            </a:r>
            <a:endParaRPr lang="en-US" altLang="zh-TW" sz="2000" b="1" dirty="0">
              <a:latin typeface="微軟正黑體" panose="020B0604030504040204" pitchFamily="34" charset="-120"/>
              <a:ea typeface="微軟正黑體" panose="020B0604030504040204" pitchFamily="34" charset="-120"/>
            </a:endParaRPr>
          </a:p>
          <a:p>
            <a:pPr marL="446088" lvl="1" indent="-177800">
              <a:spcBef>
                <a:spcPts val="200"/>
              </a:spcBef>
              <a:spcAft>
                <a:spcPts val="100"/>
              </a:spcAft>
              <a:buSzPct val="80000"/>
              <a:buFont typeface="Wingdings" panose="05000000000000000000" pitchFamily="2" charset="2"/>
              <a:buChar char="Ø"/>
            </a:pP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內阻降至</a:t>
            </a:r>
            <a:r>
              <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rPr>
              <a:t>0.25mΩ</a:t>
            </a: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，抑制快充溫升。</a:t>
            </a:r>
            <a:endPar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263525" indent="-263525">
              <a:spcBef>
                <a:spcPts val="200"/>
              </a:spcBef>
              <a:spcAft>
                <a:spcPts val="100"/>
              </a:spcAft>
              <a:buSzPct val="80000"/>
              <a:buFont typeface="Wingdings" panose="05000000000000000000" pitchFamily="2" charset="2"/>
              <a:buChar char="l"/>
            </a:pPr>
            <a:r>
              <a:rPr lang="en-US" altLang="zh-TW" sz="2000" b="1" dirty="0">
                <a:latin typeface="微軟正黑體" panose="020B0604030504040204" pitchFamily="34" charset="-120"/>
                <a:ea typeface="微軟正黑體" panose="020B0604030504040204" pitchFamily="34" charset="-120"/>
              </a:rPr>
              <a:t>SEI</a:t>
            </a:r>
            <a:r>
              <a:rPr lang="zh-TW" altLang="en-US" sz="2000" b="1" dirty="0">
                <a:latin typeface="微軟正黑體" panose="020B0604030504040204" pitchFamily="34" charset="-120"/>
                <a:ea typeface="微軟正黑體" panose="020B0604030504040204" pitchFamily="34" charset="-120"/>
              </a:rPr>
              <a:t>膜與石墨負極改造</a:t>
            </a:r>
            <a:endParaRPr lang="en-US" altLang="zh-TW" sz="2000" b="1" dirty="0">
              <a:latin typeface="微軟正黑體" panose="020B0604030504040204" pitchFamily="34" charset="-120"/>
              <a:ea typeface="微軟正黑體" panose="020B0604030504040204" pitchFamily="34" charset="-120"/>
            </a:endParaRPr>
          </a:p>
          <a:p>
            <a:pPr marL="446088" lvl="1" indent="-177800">
              <a:spcBef>
                <a:spcPts val="200"/>
              </a:spcBef>
              <a:spcAft>
                <a:spcPts val="100"/>
              </a:spcAft>
              <a:buSzPct val="80000"/>
              <a:buFont typeface="Wingdings" panose="05000000000000000000" pitchFamily="2" charset="2"/>
              <a:buChar char="Ø"/>
            </a:pP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提升鋰離子通過與嵌入速度，降低充電阻抗。</a:t>
            </a:r>
            <a:endPar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263525" indent="-263525">
              <a:spcBef>
                <a:spcPts val="200"/>
              </a:spcBef>
              <a:spcAft>
                <a:spcPts val="100"/>
              </a:spcAft>
              <a:buSzPct val="80000"/>
              <a:buFont typeface="Wingdings" panose="05000000000000000000" pitchFamily="2" charset="2"/>
              <a:buChar char="l"/>
            </a:pPr>
            <a:r>
              <a:rPr lang="zh-TW" altLang="en-US" sz="2000" b="1" dirty="0">
                <a:latin typeface="微軟正黑體" panose="020B0604030504040204" pitchFamily="34" charset="-120"/>
                <a:ea typeface="微軟正黑體" panose="020B0604030504040204" pitchFamily="34" charset="-120"/>
              </a:rPr>
              <a:t>大面積冷卻與熱點精準冷卻設計</a:t>
            </a:r>
            <a:endParaRPr lang="en-US" altLang="zh-TW" sz="2000" b="1" dirty="0">
              <a:latin typeface="微軟正黑體" panose="020B0604030504040204" pitchFamily="34" charset="-120"/>
              <a:ea typeface="微軟正黑體" panose="020B0604030504040204" pitchFamily="34" charset="-120"/>
            </a:endParaRPr>
          </a:p>
          <a:p>
            <a:pPr marL="446088" lvl="1" indent="-177800">
              <a:spcBef>
                <a:spcPts val="200"/>
              </a:spcBef>
              <a:spcAft>
                <a:spcPts val="100"/>
              </a:spcAft>
              <a:buSzPct val="80000"/>
              <a:buFont typeface="Wingdings" panose="05000000000000000000" pitchFamily="2" charset="2"/>
              <a:buChar char="Ø"/>
            </a:pP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提升散熱效率，降低快充溫升。</a:t>
            </a:r>
            <a:endPar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263525" marR="0" lvl="0" indent="-263525" algn="l" defTabSz="914400" rtl="0" eaLnBrk="0" fontAlgn="base" latinLnBrk="0" hangingPunct="0">
              <a:lnSpc>
                <a:spcPct val="100000"/>
              </a:lnSpc>
              <a:spcBef>
                <a:spcPts val="200"/>
              </a:spcBef>
              <a:spcAft>
                <a:spcPts val="100"/>
              </a:spcAft>
              <a:buClrTx/>
              <a:buSzPct val="80000"/>
              <a:buFont typeface="Wingdings" panose="05000000000000000000" pitchFamily="2" charset="2"/>
              <a:buChar char="l"/>
              <a:tabLst/>
              <a:defRPr/>
            </a:pPr>
            <a:r>
              <a:rPr kumimoji="0" lang="zh-TW" altLang="en-US" sz="20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低溫電池自加熱技術</a:t>
            </a:r>
            <a:endParaRPr kumimoji="0" lang="en-US" altLang="zh-TW" sz="20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endParaRPr>
          </a:p>
          <a:p>
            <a:pPr marL="446088" marR="0" lvl="1" indent="-177800" algn="l" defTabSz="914400" rtl="0" eaLnBrk="0" fontAlgn="base" latinLnBrk="0" hangingPunct="0">
              <a:lnSpc>
                <a:spcPct val="100000"/>
              </a:lnSpc>
              <a:spcBef>
                <a:spcPts val="200"/>
              </a:spcBef>
              <a:spcAft>
                <a:spcPts val="100"/>
              </a:spcAft>
              <a:buClrTx/>
              <a:buSzPct val="80000"/>
              <a:buFont typeface="Wingdings" panose="05000000000000000000" pitchFamily="2" charset="2"/>
              <a:buChar char="Ø"/>
              <a:tabLst/>
              <a:defRPr/>
            </a:pPr>
            <a:r>
              <a:rPr kumimoji="0" lang="en-US" altLang="zh-TW" sz="2000" b="1" i="0" u="none" strike="noStrike" kern="1200" cap="none" spc="0" normalizeH="0" baseline="0" noProof="0" dirty="0">
                <a:ln>
                  <a:noFill/>
                </a:ln>
                <a:solidFill>
                  <a:srgbClr val="262626">
                    <a:lumMod val="75000"/>
                    <a:lumOff val="25000"/>
                  </a:srgbClr>
                </a:solidFill>
                <a:effectLst/>
                <a:uLnTx/>
                <a:uFillTx/>
                <a:latin typeface="微軟正黑體" panose="020B0604030504040204" pitchFamily="34" charset="-120"/>
                <a:ea typeface="微軟正黑體" panose="020B0604030504040204" pitchFamily="34" charset="-120"/>
                <a:cs typeface="+mn-cs"/>
              </a:rPr>
              <a:t>-30°C</a:t>
            </a:r>
            <a:r>
              <a:rPr kumimoji="0" lang="zh-TW" altLang="en-US" sz="2000" b="1" i="0" u="none" strike="noStrike" kern="1200" cap="none" spc="0" normalizeH="0" baseline="0" noProof="0" dirty="0">
                <a:ln>
                  <a:noFill/>
                </a:ln>
                <a:solidFill>
                  <a:srgbClr val="262626">
                    <a:lumMod val="75000"/>
                    <a:lumOff val="25000"/>
                  </a:srgbClr>
                </a:solidFill>
                <a:effectLst/>
                <a:uLnTx/>
                <a:uFillTx/>
                <a:latin typeface="微軟正黑體" panose="020B0604030504040204" pitchFamily="34" charset="-120"/>
                <a:ea typeface="微軟正黑體" panose="020B0604030504040204" pitchFamily="34" charset="-120"/>
                <a:cs typeface="+mn-cs"/>
              </a:rPr>
              <a:t>環境下，</a:t>
            </a:r>
            <a:r>
              <a:rPr kumimoji="0" lang="en-US" altLang="zh-TW" sz="2000" b="1" i="0" u="none" strike="noStrike" kern="1200" cap="none" spc="0" normalizeH="0" baseline="0" noProof="0" dirty="0">
                <a:ln>
                  <a:noFill/>
                </a:ln>
                <a:solidFill>
                  <a:srgbClr val="262626">
                    <a:lumMod val="75000"/>
                    <a:lumOff val="25000"/>
                  </a:srgbClr>
                </a:solidFill>
                <a:effectLst/>
                <a:uLnTx/>
                <a:uFillTx/>
                <a:latin typeface="微軟正黑體" panose="020B0604030504040204" pitchFamily="34" charset="-120"/>
                <a:ea typeface="微軟正黑體" panose="020B0604030504040204" pitchFamily="34" charset="-120"/>
                <a:cs typeface="+mn-cs"/>
              </a:rPr>
              <a:t>20~98%</a:t>
            </a:r>
            <a:r>
              <a:rPr kumimoji="0" lang="zh-TW" altLang="en-US" sz="2000" b="1" i="0" u="none" strike="noStrike" kern="1200" cap="none" spc="0" normalizeH="0" baseline="0" noProof="0" dirty="0">
                <a:ln>
                  <a:noFill/>
                </a:ln>
                <a:solidFill>
                  <a:srgbClr val="262626">
                    <a:lumMod val="75000"/>
                    <a:lumOff val="25000"/>
                  </a:srgbClr>
                </a:solidFill>
                <a:effectLst/>
                <a:uLnTx/>
                <a:uFillTx/>
                <a:latin typeface="微軟正黑體" panose="020B0604030504040204" pitchFamily="34" charset="-120"/>
                <a:ea typeface="微軟正黑體" panose="020B0604030504040204" pitchFamily="34" charset="-120"/>
                <a:cs typeface="+mn-cs"/>
              </a:rPr>
              <a:t>充電約</a:t>
            </a:r>
            <a:r>
              <a:rPr kumimoji="0" lang="en-US" altLang="zh-TW" sz="2000" b="1" i="0" u="none" strike="noStrike" kern="1200" cap="none" spc="0" normalizeH="0" baseline="0" noProof="0" dirty="0">
                <a:ln>
                  <a:noFill/>
                </a:ln>
                <a:solidFill>
                  <a:srgbClr val="262626">
                    <a:lumMod val="75000"/>
                    <a:lumOff val="25000"/>
                  </a:srgbClr>
                </a:solidFill>
                <a:effectLst/>
                <a:uLnTx/>
                <a:uFillTx/>
                <a:latin typeface="微軟正黑體" panose="020B0604030504040204" pitchFamily="34" charset="-120"/>
                <a:ea typeface="微軟正黑體" panose="020B0604030504040204" pitchFamily="34" charset="-120"/>
                <a:cs typeface="+mn-cs"/>
              </a:rPr>
              <a:t>9</a:t>
            </a:r>
            <a:r>
              <a:rPr kumimoji="0" lang="zh-TW" altLang="en-US" sz="2000" b="1" i="0" u="none" strike="noStrike" kern="1200" cap="none" spc="0" normalizeH="0" baseline="0" noProof="0" dirty="0">
                <a:ln>
                  <a:noFill/>
                </a:ln>
                <a:solidFill>
                  <a:srgbClr val="262626">
                    <a:lumMod val="75000"/>
                    <a:lumOff val="25000"/>
                  </a:srgbClr>
                </a:solidFill>
                <a:effectLst/>
                <a:uLnTx/>
                <a:uFillTx/>
                <a:latin typeface="微軟正黑體" panose="020B0604030504040204" pitchFamily="34" charset="-120"/>
                <a:ea typeface="微軟正黑體" panose="020B0604030504040204" pitchFamily="34" charset="-120"/>
                <a:cs typeface="+mn-cs"/>
              </a:rPr>
              <a:t>分鐘。</a:t>
            </a:r>
          </a:p>
        </p:txBody>
      </p:sp>
      <p:sp>
        <p:nvSpPr>
          <p:cNvPr id="22" name="矩形 21">
            <a:extLst>
              <a:ext uri="{FF2B5EF4-FFF2-40B4-BE49-F238E27FC236}">
                <a16:creationId xmlns:a16="http://schemas.microsoft.com/office/drawing/2014/main" xmlns="" id="{1820D524-62B3-53C1-99FE-C3441326B7F0}"/>
              </a:ext>
            </a:extLst>
          </p:cNvPr>
          <p:cNvSpPr/>
          <p:nvPr/>
        </p:nvSpPr>
        <p:spPr>
          <a:xfrm>
            <a:off x="6160770" y="2525546"/>
            <a:ext cx="5714772" cy="43088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2200" b="1" dirty="0">
                <a:solidFill>
                  <a:schemeClr val="bg1"/>
                </a:solidFill>
                <a:latin typeface="微軟正黑體" panose="020B0604030504040204" pitchFamily="34" charset="-120"/>
                <a:ea typeface="微軟正黑體" panose="020B0604030504040204" pitchFamily="34" charset="-120"/>
              </a:rPr>
              <a:t>應用與車主價值</a:t>
            </a:r>
          </a:p>
        </p:txBody>
      </p:sp>
      <p:sp>
        <p:nvSpPr>
          <p:cNvPr id="23" name="矩形 22">
            <a:extLst>
              <a:ext uri="{FF2B5EF4-FFF2-40B4-BE49-F238E27FC236}">
                <a16:creationId xmlns:a16="http://schemas.microsoft.com/office/drawing/2014/main" xmlns="" id="{B1884964-233E-DA9A-0309-6694D7A0738F}"/>
              </a:ext>
            </a:extLst>
          </p:cNvPr>
          <p:cNvSpPr/>
          <p:nvPr/>
        </p:nvSpPr>
        <p:spPr>
          <a:xfrm>
            <a:off x="6160770" y="2955504"/>
            <a:ext cx="5714772" cy="3504913"/>
          </a:xfrm>
          <a:prstGeom prst="rect">
            <a:avLst/>
          </a:prstGeom>
          <a:solidFill>
            <a:schemeClr val="accent2">
              <a:lumMod val="20000"/>
              <a:lumOff val="80000"/>
              <a:alpha val="50196"/>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 name="文字方塊 23">
            <a:extLst>
              <a:ext uri="{FF2B5EF4-FFF2-40B4-BE49-F238E27FC236}">
                <a16:creationId xmlns:a16="http://schemas.microsoft.com/office/drawing/2014/main" xmlns="" id="{288B2B7E-AA21-DC4D-BCF3-C4B98ADA26F4}"/>
              </a:ext>
            </a:extLst>
          </p:cNvPr>
          <p:cNvSpPr txBox="1"/>
          <p:nvPr/>
        </p:nvSpPr>
        <p:spPr>
          <a:xfrm>
            <a:off x="6191196" y="2974039"/>
            <a:ext cx="6000803" cy="3516347"/>
          </a:xfrm>
          <a:prstGeom prst="rect">
            <a:avLst/>
          </a:prstGeom>
          <a:noFill/>
        </p:spPr>
        <p:txBody>
          <a:bodyPr wrap="square">
            <a:spAutoFit/>
          </a:bodyPr>
          <a:lstStyle/>
          <a:p>
            <a:pPr marL="222250" indent="-222250">
              <a:spcBef>
                <a:spcPts val="200"/>
              </a:spcBef>
              <a:spcAft>
                <a:spcPts val="100"/>
              </a:spcAft>
              <a:buSzPct val="80000"/>
              <a:buFont typeface="Wingdings" panose="05000000000000000000" pitchFamily="2" charset="2"/>
              <a:buChar char="l"/>
            </a:pPr>
            <a:r>
              <a:rPr lang="zh-TW" altLang="en-US" sz="2000" b="1" dirty="0">
                <a:latin typeface="微軟正黑體" panose="020B0604030504040204" pitchFamily="34" charset="-120"/>
                <a:ea typeface="微軟正黑體" panose="020B0604030504040204" pitchFamily="34" charset="-120"/>
              </a:rPr>
              <a:t>充電</a:t>
            </a:r>
            <a:r>
              <a:rPr lang="en-US" altLang="zh-TW" sz="2000" b="1" dirty="0">
                <a:latin typeface="微軟正黑體" panose="020B0604030504040204" pitchFamily="34" charset="-120"/>
                <a:ea typeface="微軟正黑體" panose="020B0604030504040204" pitchFamily="34" charset="-120"/>
              </a:rPr>
              <a:t>6</a:t>
            </a:r>
            <a:r>
              <a:rPr lang="zh-TW" altLang="en-US" sz="2000" b="1" dirty="0">
                <a:latin typeface="微軟正黑體" panose="020B0604030504040204" pitchFamily="34" charset="-120"/>
                <a:ea typeface="微軟正黑體" panose="020B0604030504040204" pitchFamily="34" charset="-120"/>
              </a:rPr>
              <a:t>分鐘接近滿電</a:t>
            </a:r>
            <a:endParaRPr lang="en-US" altLang="zh-TW" sz="2000" b="1" dirty="0">
              <a:latin typeface="微軟正黑體" panose="020B0604030504040204" pitchFamily="34" charset="-120"/>
              <a:ea typeface="微軟正黑體" panose="020B0604030504040204" pitchFamily="34" charset="-120"/>
            </a:endParaRPr>
          </a:p>
          <a:p>
            <a:pPr marL="446088" marR="0" lvl="1" indent="-177800" algn="l" defTabSz="914400" rtl="0" eaLnBrk="0" fontAlgn="base" latinLnBrk="0" hangingPunct="0">
              <a:lnSpc>
                <a:spcPct val="100000"/>
              </a:lnSpc>
              <a:spcBef>
                <a:spcPts val="200"/>
              </a:spcBef>
              <a:spcAft>
                <a:spcPts val="100"/>
              </a:spcAft>
              <a:buClrTx/>
              <a:buSzPct val="80000"/>
              <a:buFont typeface="Wingdings" panose="05000000000000000000" pitchFamily="2" charset="2"/>
              <a:buChar char="Ø"/>
              <a:tabLst/>
              <a:defRPr/>
            </a:pPr>
            <a:r>
              <a:rPr kumimoji="0" lang="zh-TW" altLang="en-US" sz="2000" b="1" i="0" u="none" strike="noStrike" kern="1200" cap="none" spc="0" normalizeH="0" baseline="0" noProof="0" dirty="0">
                <a:ln>
                  <a:noFill/>
                </a:ln>
                <a:solidFill>
                  <a:srgbClr val="262626">
                    <a:lumMod val="75000"/>
                    <a:lumOff val="25000"/>
                  </a:srgbClr>
                </a:solidFill>
                <a:effectLst/>
                <a:uLnTx/>
                <a:uFillTx/>
                <a:latin typeface="微軟正黑體" panose="020B0604030504040204" pitchFamily="34" charset="-120"/>
                <a:ea typeface="微軟正黑體" panose="020B0604030504040204" pitchFamily="34" charset="-120"/>
                <a:cs typeface="+mn-cs"/>
              </a:rPr>
              <a:t>降低日常補能等待時間。</a:t>
            </a:r>
            <a:endParaRPr lang="en-US" altLang="zh-TW" sz="2000" b="1" dirty="0">
              <a:latin typeface="微軟正黑體" panose="020B0604030504040204" pitchFamily="34" charset="-120"/>
              <a:ea typeface="微軟正黑體" panose="020B0604030504040204" pitchFamily="34" charset="-120"/>
            </a:endParaRPr>
          </a:p>
          <a:p>
            <a:pPr marL="222250" indent="-222250">
              <a:spcBef>
                <a:spcPts val="200"/>
              </a:spcBef>
              <a:spcAft>
                <a:spcPts val="100"/>
              </a:spcAft>
              <a:buSzPct val="80000"/>
              <a:buFont typeface="Wingdings" panose="05000000000000000000" pitchFamily="2" charset="2"/>
              <a:buChar char="l"/>
            </a:pPr>
            <a:r>
              <a:rPr lang="en-US" altLang="zh-TW" sz="2000" b="1" dirty="0">
                <a:latin typeface="微軟正黑體" panose="020B0604030504040204" pitchFamily="34" charset="-120"/>
                <a:ea typeface="微軟正黑體" panose="020B0604030504040204" pitchFamily="34" charset="-120"/>
              </a:rPr>
              <a:t>10~80%</a:t>
            </a:r>
            <a:r>
              <a:rPr lang="zh-TW" altLang="en-US" sz="2000" b="1" dirty="0">
                <a:latin typeface="微軟正黑體" panose="020B0604030504040204" pitchFamily="34" charset="-120"/>
                <a:ea typeface="微軟正黑體" panose="020B0604030504040204" pitchFamily="34" charset="-120"/>
              </a:rPr>
              <a:t>充電僅</a:t>
            </a:r>
            <a:r>
              <a:rPr lang="en-US" altLang="zh-TW" sz="2000" b="1" dirty="0">
                <a:latin typeface="微軟正黑體" panose="020B0604030504040204" pitchFamily="34" charset="-120"/>
                <a:ea typeface="微軟正黑體" panose="020B0604030504040204" pitchFamily="34" charset="-120"/>
              </a:rPr>
              <a:t>3</a:t>
            </a:r>
            <a:r>
              <a:rPr lang="zh-TW" altLang="en-US" sz="2000" b="1" dirty="0">
                <a:latin typeface="微軟正黑體" panose="020B0604030504040204" pitchFamily="34" charset="-120"/>
                <a:ea typeface="微軟正黑體" panose="020B0604030504040204" pitchFamily="34" charset="-120"/>
              </a:rPr>
              <a:t>分</a:t>
            </a:r>
            <a:r>
              <a:rPr lang="en-US" altLang="zh-TW" sz="2000" b="1" dirty="0">
                <a:latin typeface="微軟正黑體" panose="020B0604030504040204" pitchFamily="34" charset="-120"/>
                <a:ea typeface="微軟正黑體" panose="020B0604030504040204" pitchFamily="34" charset="-120"/>
              </a:rPr>
              <a:t>44</a:t>
            </a:r>
            <a:r>
              <a:rPr lang="zh-TW" altLang="en-US" sz="2000" b="1" dirty="0">
                <a:latin typeface="微軟正黑體" panose="020B0604030504040204" pitchFamily="34" charset="-120"/>
                <a:ea typeface="微軟正黑體" panose="020B0604030504040204" pitchFamily="34" charset="-120"/>
              </a:rPr>
              <a:t>秒</a:t>
            </a:r>
            <a:endParaRPr lang="en-US" altLang="zh-TW" sz="2000" b="1" dirty="0">
              <a:latin typeface="微軟正黑體" panose="020B0604030504040204" pitchFamily="34" charset="-120"/>
              <a:ea typeface="微軟正黑體" panose="020B0604030504040204" pitchFamily="34" charset="-120"/>
            </a:endParaRPr>
          </a:p>
          <a:p>
            <a:pPr marL="446088" marR="0" lvl="1" indent="-177800" algn="l" defTabSz="914400" rtl="0" eaLnBrk="0" fontAlgn="base" latinLnBrk="0" hangingPunct="0">
              <a:spcBef>
                <a:spcPts val="200"/>
              </a:spcBef>
              <a:spcAft>
                <a:spcPts val="100"/>
              </a:spcAft>
              <a:buClrTx/>
              <a:buSzPct val="80000"/>
              <a:buFont typeface="Wingdings" panose="05000000000000000000" pitchFamily="2" charset="2"/>
              <a:buChar char="Ø"/>
              <a:tabLst/>
              <a:defRPr/>
            </a:pPr>
            <a:r>
              <a:rPr kumimoji="0" lang="zh-TW" altLang="en-US" sz="2000" b="1" i="0" u="none" strike="noStrike" kern="1200" cap="none" spc="0" normalizeH="0" baseline="0" noProof="0" dirty="0">
                <a:ln>
                  <a:noFill/>
                </a:ln>
                <a:solidFill>
                  <a:srgbClr val="262626">
                    <a:lumMod val="75000"/>
                    <a:lumOff val="25000"/>
                  </a:srgbClr>
                </a:solidFill>
                <a:effectLst/>
                <a:uLnTx/>
                <a:uFillTx/>
                <a:latin typeface="微軟正黑體" panose="020B0604030504040204" pitchFamily="34" charset="-120"/>
                <a:ea typeface="微軟正黑體" panose="020B0604030504040204" pitchFamily="34" charset="-120"/>
                <a:cs typeface="+mn-cs"/>
              </a:rPr>
              <a:t>滿足長途旅程中快速補電需求。</a:t>
            </a:r>
            <a:endParaRPr kumimoji="0" lang="en-US" altLang="zh-TW" sz="2000" b="1" i="0" u="none" strike="noStrike" kern="1200" cap="none" spc="0" normalizeH="0" baseline="0" noProof="0" dirty="0">
              <a:ln>
                <a:noFill/>
              </a:ln>
              <a:solidFill>
                <a:srgbClr val="262626">
                  <a:lumMod val="75000"/>
                  <a:lumOff val="25000"/>
                </a:srgbClr>
              </a:solidFill>
              <a:effectLst/>
              <a:uLnTx/>
              <a:uFillTx/>
              <a:latin typeface="微軟正黑體" panose="020B0604030504040204" pitchFamily="34" charset="-120"/>
              <a:ea typeface="微軟正黑體" panose="020B0604030504040204" pitchFamily="34" charset="-120"/>
              <a:cs typeface="+mn-cs"/>
            </a:endParaRPr>
          </a:p>
          <a:p>
            <a:pPr marL="222250" marR="0" lvl="0" indent="-222250" algn="l" defTabSz="914400" rtl="0" eaLnBrk="0" fontAlgn="base" latinLnBrk="0" hangingPunct="0">
              <a:lnSpc>
                <a:spcPct val="100000"/>
              </a:lnSpc>
              <a:spcBef>
                <a:spcPts val="200"/>
              </a:spcBef>
              <a:spcAft>
                <a:spcPts val="100"/>
              </a:spcAft>
              <a:buClrTx/>
              <a:buSzPct val="80000"/>
              <a:buFont typeface="Wingdings" panose="05000000000000000000" pitchFamily="2" charset="2"/>
              <a:buChar char="l"/>
              <a:tabLst/>
              <a:defRPr/>
            </a:pPr>
            <a:r>
              <a:rPr kumimoji="0" lang="en-US" altLang="zh-TW" sz="20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-30°C</a:t>
            </a:r>
            <a:r>
              <a:rPr kumimoji="0" lang="zh-TW" altLang="en-US" sz="20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低溫仍可快充</a:t>
            </a:r>
            <a:endParaRPr kumimoji="0" lang="en-US" altLang="zh-TW" sz="20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endParaRPr>
          </a:p>
          <a:p>
            <a:pPr marL="446088" marR="0" lvl="1" indent="-177800" algn="l" defTabSz="914400" rtl="0" eaLnBrk="0" fontAlgn="base" latinLnBrk="0" hangingPunct="0">
              <a:lnSpc>
                <a:spcPct val="100000"/>
              </a:lnSpc>
              <a:spcBef>
                <a:spcPts val="200"/>
              </a:spcBef>
              <a:spcAft>
                <a:spcPts val="100"/>
              </a:spcAft>
              <a:buClrTx/>
              <a:buSzPct val="80000"/>
              <a:buFont typeface="Wingdings" panose="05000000000000000000" pitchFamily="2" charset="2"/>
              <a:buChar char="Ø"/>
              <a:tabLst/>
              <a:defRPr/>
            </a:pPr>
            <a:r>
              <a:rPr kumimoji="0" lang="zh-TW" altLang="en-US" sz="2000" b="1" i="0" u="none" strike="noStrike" kern="1200" cap="none" spc="0" normalizeH="0" baseline="0" noProof="0" dirty="0">
                <a:ln>
                  <a:noFill/>
                </a:ln>
                <a:solidFill>
                  <a:srgbClr val="262626">
                    <a:lumMod val="75000"/>
                    <a:lumOff val="25000"/>
                  </a:srgbClr>
                </a:solidFill>
                <a:effectLst/>
                <a:uLnTx/>
                <a:uFillTx/>
                <a:latin typeface="微軟正黑體" panose="020B0604030504040204" pitchFamily="34" charset="-120"/>
                <a:ea typeface="微軟正黑體" panose="020B0604030504040204" pitchFamily="34" charset="-120"/>
                <a:cs typeface="+mn-cs"/>
              </a:rPr>
              <a:t>充電僅</a:t>
            </a:r>
            <a:r>
              <a:rPr kumimoji="0" lang="en-US" altLang="zh-TW" sz="2000" b="1" i="0" u="none" strike="noStrike" kern="1200" cap="none" spc="0" normalizeH="0" baseline="0" noProof="0" dirty="0">
                <a:ln>
                  <a:noFill/>
                </a:ln>
                <a:solidFill>
                  <a:srgbClr val="262626">
                    <a:lumMod val="75000"/>
                    <a:lumOff val="25000"/>
                  </a:srgbClr>
                </a:solidFill>
                <a:effectLst/>
                <a:uLnTx/>
                <a:uFillTx/>
                <a:latin typeface="微軟正黑體" panose="020B0604030504040204" pitchFamily="34" charset="-120"/>
                <a:ea typeface="微軟正黑體" panose="020B0604030504040204" pitchFamily="34" charset="-120"/>
                <a:cs typeface="+mn-cs"/>
              </a:rPr>
              <a:t>9</a:t>
            </a:r>
            <a:r>
              <a:rPr kumimoji="0" lang="zh-TW" altLang="en-US" sz="2000" b="1" i="0" u="none" strike="noStrike" kern="1200" cap="none" spc="0" normalizeH="0" baseline="0" noProof="0" dirty="0">
                <a:ln>
                  <a:noFill/>
                </a:ln>
                <a:solidFill>
                  <a:srgbClr val="262626">
                    <a:lumMod val="75000"/>
                    <a:lumOff val="25000"/>
                  </a:srgbClr>
                </a:solidFill>
                <a:effectLst/>
                <a:uLnTx/>
                <a:uFillTx/>
                <a:latin typeface="微軟正黑體" panose="020B0604030504040204" pitchFamily="34" charset="-120"/>
                <a:ea typeface="微軟正黑體" panose="020B0604030504040204" pitchFamily="34" charset="-120"/>
                <a:cs typeface="+mn-cs"/>
              </a:rPr>
              <a:t>分鐘，降低冬季補能焦慮。</a:t>
            </a:r>
            <a:endParaRPr kumimoji="0" lang="en-US" altLang="zh-TW" sz="2000" b="1" i="0" u="none" strike="noStrike" kern="1200" cap="none" spc="0" normalizeH="0" baseline="0" noProof="0" dirty="0">
              <a:ln>
                <a:noFill/>
              </a:ln>
              <a:solidFill>
                <a:srgbClr val="262626">
                  <a:lumMod val="75000"/>
                  <a:lumOff val="25000"/>
                </a:srgbClr>
              </a:solidFill>
              <a:effectLst/>
              <a:uLnTx/>
              <a:uFillTx/>
              <a:latin typeface="微軟正黑體" panose="020B0604030504040204" pitchFamily="34" charset="-120"/>
              <a:ea typeface="微軟正黑體" panose="020B0604030504040204" pitchFamily="34" charset="-120"/>
              <a:cs typeface="+mn-cs"/>
            </a:endParaRPr>
          </a:p>
          <a:p>
            <a:pPr marL="222250" indent="-222250">
              <a:spcBef>
                <a:spcPts val="200"/>
              </a:spcBef>
              <a:spcAft>
                <a:spcPts val="100"/>
              </a:spcAft>
              <a:buSzPct val="80000"/>
              <a:buFont typeface="Wingdings" panose="05000000000000000000" pitchFamily="2" charset="2"/>
              <a:buChar char="l"/>
            </a:pPr>
            <a:r>
              <a:rPr lang="zh-TW" altLang="en-US" sz="2000" b="1" dirty="0">
                <a:latin typeface="微軟正黑體" panose="020B0604030504040204" pitchFamily="34" charset="-120"/>
                <a:ea typeface="微軟正黑體" panose="020B0604030504040204" pitchFamily="34" charset="-120"/>
              </a:rPr>
              <a:t>低溫快充不挑樁</a:t>
            </a:r>
            <a:endParaRPr lang="en-US" altLang="zh-TW" sz="2000" b="1" dirty="0">
              <a:latin typeface="微軟正黑體" panose="020B0604030504040204" pitchFamily="34" charset="-120"/>
              <a:ea typeface="微軟正黑體" panose="020B0604030504040204" pitchFamily="34" charset="-120"/>
            </a:endParaRPr>
          </a:p>
          <a:p>
            <a:pPr marL="446088" marR="0" lvl="1" indent="-177800" algn="l" defTabSz="914400" rtl="0" eaLnBrk="0" fontAlgn="base" latinLnBrk="0" hangingPunct="0">
              <a:lnSpc>
                <a:spcPct val="100000"/>
              </a:lnSpc>
              <a:spcBef>
                <a:spcPts val="200"/>
              </a:spcBef>
              <a:spcAft>
                <a:spcPts val="100"/>
              </a:spcAft>
              <a:buClrTx/>
              <a:buSzPct val="80000"/>
              <a:buFont typeface="Wingdings" panose="05000000000000000000" pitchFamily="2" charset="2"/>
              <a:buChar char="Ø"/>
              <a:tabLst/>
              <a:defRPr/>
            </a:pPr>
            <a:r>
              <a:rPr kumimoji="0" lang="zh-TW" altLang="en-US" sz="2000" b="1" i="0" u="none" strike="noStrike" kern="1200" cap="none" spc="0" normalizeH="0" baseline="0" noProof="0" dirty="0">
                <a:ln>
                  <a:noFill/>
                </a:ln>
                <a:solidFill>
                  <a:srgbClr val="262626">
                    <a:lumMod val="75000"/>
                    <a:lumOff val="25000"/>
                  </a:srgbClr>
                </a:solidFill>
                <a:effectLst/>
                <a:uLnTx/>
                <a:uFillTx/>
                <a:latin typeface="微軟正黑體" panose="020B0604030504040204" pitchFamily="34" charset="-120"/>
                <a:ea typeface="微軟正黑體" panose="020B0604030504040204" pitchFamily="34" charset="-120"/>
                <a:cs typeface="+mn-cs"/>
              </a:rPr>
              <a:t>電池自行升溫，不需依賴特殊儲能超充樁。</a:t>
            </a:r>
            <a:endParaRPr kumimoji="0" lang="en-US" altLang="zh-TW" sz="2000" b="1" i="0" u="none" strike="noStrike" kern="1200" cap="none" spc="0" normalizeH="0" baseline="0" noProof="0" dirty="0">
              <a:ln>
                <a:noFill/>
              </a:ln>
              <a:solidFill>
                <a:srgbClr val="262626">
                  <a:lumMod val="75000"/>
                  <a:lumOff val="25000"/>
                </a:srgbClr>
              </a:solidFill>
              <a:effectLst/>
              <a:uLnTx/>
              <a:uFillTx/>
              <a:latin typeface="微軟正黑體" panose="020B0604030504040204" pitchFamily="34" charset="-120"/>
              <a:ea typeface="微軟正黑體" panose="020B0604030504040204" pitchFamily="34" charset="-120"/>
              <a:cs typeface="+mn-cs"/>
            </a:endParaRPr>
          </a:p>
          <a:p>
            <a:pPr marL="222250" indent="-222250">
              <a:spcBef>
                <a:spcPts val="200"/>
              </a:spcBef>
              <a:spcAft>
                <a:spcPts val="100"/>
              </a:spcAft>
              <a:buSzPct val="80000"/>
              <a:buFont typeface="Wingdings" panose="05000000000000000000" pitchFamily="2" charset="2"/>
              <a:buChar char="l"/>
            </a:pPr>
            <a:r>
              <a:rPr lang="zh-TW" altLang="en-US" sz="2000" b="1" dirty="0">
                <a:latin typeface="微軟正黑體" panose="020B0604030504040204" pitchFamily="34" charset="-120"/>
                <a:ea typeface="微軟正黑體" panose="020B0604030504040204" pitchFamily="34" charset="-120"/>
              </a:rPr>
              <a:t>快充同時兼顧壽命</a:t>
            </a:r>
            <a:endParaRPr lang="en-US" altLang="zh-TW" sz="2000" b="1" dirty="0">
              <a:latin typeface="微軟正黑體" panose="020B0604030504040204" pitchFamily="34" charset="-120"/>
              <a:ea typeface="微軟正黑體" panose="020B0604030504040204" pitchFamily="34" charset="-120"/>
            </a:endParaRPr>
          </a:p>
          <a:p>
            <a:pPr marL="446088" marR="0" lvl="1" indent="-177800" algn="l" defTabSz="914400" rtl="0" eaLnBrk="0" fontAlgn="base" latinLnBrk="0" hangingPunct="0">
              <a:spcBef>
                <a:spcPts val="200"/>
              </a:spcBef>
              <a:spcAft>
                <a:spcPts val="100"/>
              </a:spcAft>
              <a:buClrTx/>
              <a:buSzPct val="80000"/>
              <a:buFont typeface="Wingdings" panose="05000000000000000000" pitchFamily="2" charset="2"/>
              <a:buChar char="Ø"/>
              <a:tabLst/>
              <a:defRPr/>
            </a:pPr>
            <a:r>
              <a:rPr kumimoji="0" lang="en-US" altLang="zh-TW" sz="2000" b="1" i="0" u="none" strike="noStrike" kern="1200" cap="none" spc="0" normalizeH="0" baseline="0" noProof="0" dirty="0">
                <a:ln>
                  <a:noFill/>
                </a:ln>
                <a:solidFill>
                  <a:srgbClr val="262626">
                    <a:lumMod val="75000"/>
                    <a:lumOff val="25000"/>
                  </a:srgbClr>
                </a:solidFill>
                <a:effectLst/>
                <a:uLnTx/>
                <a:uFillTx/>
                <a:latin typeface="微軟正黑體" panose="020B0604030504040204" pitchFamily="34" charset="-120"/>
                <a:ea typeface="微軟正黑體" panose="020B0604030504040204" pitchFamily="34" charset="-120"/>
                <a:cs typeface="+mn-cs"/>
              </a:rPr>
              <a:t>1,000</a:t>
            </a:r>
            <a:r>
              <a:rPr kumimoji="0" lang="zh-TW" altLang="en-US" sz="2000" b="1" i="0" u="none" strike="noStrike" kern="1200" cap="none" spc="0" normalizeH="0" baseline="0" noProof="0" dirty="0">
                <a:ln>
                  <a:noFill/>
                </a:ln>
                <a:solidFill>
                  <a:srgbClr val="262626">
                    <a:lumMod val="75000"/>
                    <a:lumOff val="25000"/>
                  </a:srgbClr>
                </a:solidFill>
                <a:effectLst/>
                <a:uLnTx/>
                <a:uFillTx/>
                <a:latin typeface="微軟正黑體" panose="020B0604030504040204" pitchFamily="34" charset="-120"/>
                <a:ea typeface="微軟正黑體" panose="020B0604030504040204" pitchFamily="34" charset="-120"/>
                <a:cs typeface="+mn-cs"/>
              </a:rPr>
              <a:t>次完整循環後，容量保持率仍逾</a:t>
            </a:r>
            <a:r>
              <a:rPr kumimoji="0" lang="en-US" altLang="zh-TW" sz="2000" b="1" i="0" u="none" strike="noStrike" kern="1200" cap="none" spc="0" normalizeH="0" baseline="0" noProof="0" dirty="0">
                <a:ln>
                  <a:noFill/>
                </a:ln>
                <a:solidFill>
                  <a:srgbClr val="262626">
                    <a:lumMod val="75000"/>
                    <a:lumOff val="25000"/>
                  </a:srgbClr>
                </a:solidFill>
                <a:effectLst/>
                <a:uLnTx/>
                <a:uFillTx/>
                <a:latin typeface="微軟正黑體" panose="020B0604030504040204" pitchFamily="34" charset="-120"/>
                <a:ea typeface="微軟正黑體" panose="020B0604030504040204" pitchFamily="34" charset="-120"/>
                <a:cs typeface="+mn-cs"/>
              </a:rPr>
              <a:t>90%</a:t>
            </a:r>
            <a:r>
              <a:rPr kumimoji="0" lang="zh-TW" altLang="en-US" sz="2000" b="1" i="0" u="none" strike="noStrike" kern="1200" cap="none" spc="0" normalizeH="0" baseline="0" noProof="0" dirty="0">
                <a:ln>
                  <a:noFill/>
                </a:ln>
                <a:solidFill>
                  <a:srgbClr val="262626">
                    <a:lumMod val="75000"/>
                    <a:lumOff val="25000"/>
                  </a:srgbClr>
                </a:solidFill>
                <a:effectLst/>
                <a:uLnTx/>
                <a:uFillTx/>
                <a:latin typeface="微軟正黑體" panose="020B0604030504040204" pitchFamily="34" charset="-120"/>
                <a:ea typeface="微軟正黑體" panose="020B0604030504040204" pitchFamily="34" charset="-120"/>
                <a:cs typeface="+mn-cs"/>
              </a:rPr>
              <a:t>。</a:t>
            </a:r>
            <a:endParaRPr kumimoji="0" lang="en-US" altLang="zh-TW" sz="2000" b="1" i="0" u="none" strike="noStrike" kern="1200" cap="none" spc="0" normalizeH="0" baseline="0" noProof="0" dirty="0">
              <a:ln>
                <a:noFill/>
              </a:ln>
              <a:solidFill>
                <a:srgbClr val="262626">
                  <a:lumMod val="75000"/>
                  <a:lumOff val="25000"/>
                </a:srgbClr>
              </a:solidFill>
              <a:effectLst/>
              <a:uLnTx/>
              <a:uFillTx/>
              <a:latin typeface="微軟正黑體" panose="020B0604030504040204" pitchFamily="34" charset="-120"/>
              <a:ea typeface="微軟正黑體" panose="020B0604030504040204" pitchFamily="34" charset="-120"/>
              <a:cs typeface="+mn-cs"/>
            </a:endParaRPr>
          </a:p>
        </p:txBody>
      </p:sp>
    </p:spTree>
    <p:extLst>
      <p:ext uri="{BB962C8B-B14F-4D97-AF65-F5344CB8AC3E}">
        <p14:creationId xmlns:p14="http://schemas.microsoft.com/office/powerpoint/2010/main" val="9715788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2A1EDCCA-7E5C-75E9-4BB8-A73131914D83}"/>
              </a:ext>
            </a:extLst>
          </p:cNvPr>
          <p:cNvSpPr>
            <a:spLocks noGrp="1"/>
          </p:cNvSpPr>
          <p:nvPr>
            <p:ph type="title"/>
          </p:nvPr>
        </p:nvSpPr>
        <p:spPr>
          <a:xfrm>
            <a:off x="641445" y="52368"/>
            <a:ext cx="11340000" cy="676866"/>
          </a:xfrm>
        </p:spPr>
        <p:txBody>
          <a:bodyPr/>
          <a:lstStyle/>
          <a:p>
            <a:r>
              <a:rPr lang="zh-TW" altLang="en-US" dirty="0"/>
              <a:t>麒麟第三代以輕量化支撐千公里續航</a:t>
            </a:r>
            <a:r>
              <a:rPr lang="en-US" altLang="zh-TW" dirty="0"/>
              <a:t/>
            </a:r>
            <a:br>
              <a:rPr lang="en-US" altLang="zh-TW" dirty="0"/>
            </a:br>
            <a:r>
              <a:rPr lang="zh-TW" altLang="en-US" dirty="0"/>
              <a:t>電池減重轉化為提升整車性能與安全</a:t>
            </a:r>
          </a:p>
        </p:txBody>
      </p:sp>
      <p:sp>
        <p:nvSpPr>
          <p:cNvPr id="4" name="文字版面配置區 3">
            <a:extLst>
              <a:ext uri="{FF2B5EF4-FFF2-40B4-BE49-F238E27FC236}">
                <a16:creationId xmlns:a16="http://schemas.microsoft.com/office/drawing/2014/main" xmlns="" id="{A8F02F07-581F-FD88-A950-17493B3600DA}"/>
              </a:ext>
            </a:extLst>
          </p:cNvPr>
          <p:cNvSpPr>
            <a:spLocks noGrp="1"/>
          </p:cNvSpPr>
          <p:nvPr>
            <p:ph type="body" sz="quarter" idx="10"/>
          </p:nvPr>
        </p:nvSpPr>
        <p:spPr>
          <a:xfrm>
            <a:off x="361950" y="6473108"/>
            <a:ext cx="10800000" cy="347626"/>
          </a:xfrm>
        </p:spPr>
        <p:txBody>
          <a:bodyPr/>
          <a:lstStyle/>
          <a:p>
            <a:r>
              <a:rPr lang="zh-TW" altLang="en-US" dirty="0">
                <a:latin typeface="微軟正黑體" panose="020B0604030504040204" pitchFamily="34" charset="-120"/>
              </a:rPr>
              <a:t>資料來源：寧德時代，</a:t>
            </a:r>
            <a:r>
              <a:rPr lang="en-US" altLang="zh-TW" dirty="0">
                <a:latin typeface="微軟正黑體" panose="020B0604030504040204" pitchFamily="34" charset="-120"/>
              </a:rPr>
              <a:t>DIGITIMES</a:t>
            </a:r>
            <a:r>
              <a:rPr lang="zh-TW" altLang="en-US" dirty="0">
                <a:latin typeface="微軟正黑體" panose="020B0604030504040204" pitchFamily="34" charset="-120"/>
              </a:rPr>
              <a:t>整理，</a:t>
            </a:r>
            <a:r>
              <a:rPr lang="en-US" altLang="zh-TW" dirty="0">
                <a:latin typeface="微軟正黑體" panose="020B0604030504040204" pitchFamily="34" charset="-120"/>
              </a:rPr>
              <a:t>2026/6</a:t>
            </a:r>
          </a:p>
        </p:txBody>
      </p:sp>
      <p:sp>
        <p:nvSpPr>
          <p:cNvPr id="5" name="文字方塊 4">
            <a:extLst>
              <a:ext uri="{FF2B5EF4-FFF2-40B4-BE49-F238E27FC236}">
                <a16:creationId xmlns:a16="http://schemas.microsoft.com/office/drawing/2014/main" xmlns="" id="{060E4121-B323-CFD1-E4F5-AA5C6138A567}"/>
              </a:ext>
            </a:extLst>
          </p:cNvPr>
          <p:cNvSpPr txBox="1"/>
          <p:nvPr/>
        </p:nvSpPr>
        <p:spPr>
          <a:xfrm>
            <a:off x="3044328" y="1128104"/>
            <a:ext cx="6103344" cy="430887"/>
          </a:xfrm>
          <a:prstGeom prst="rect">
            <a:avLst/>
          </a:prstGeom>
          <a:noFill/>
        </p:spPr>
        <p:txBody>
          <a:bodyPr wrap="square">
            <a:spAutoFit/>
          </a:bodyPr>
          <a:lstStyle/>
          <a:p>
            <a:pPr algn="ctr"/>
            <a:r>
              <a:rPr lang="zh-TW" altLang="en-US" sz="2200" b="1" dirty="0">
                <a:latin typeface="微軟正黑體" panose="020B0604030504040204" pitchFamily="34" charset="-120"/>
                <a:ea typeface="微軟正黑體" panose="020B0604030504040204" pitchFamily="34" charset="-120"/>
              </a:rPr>
              <a:t>麒麟第三代電池技術與規格一覽</a:t>
            </a:r>
            <a:endParaRPr lang="en-US" altLang="zh-TW" sz="2200" b="1" dirty="0">
              <a:latin typeface="微軟正黑體" panose="020B0604030504040204" pitchFamily="34" charset="-120"/>
              <a:ea typeface="微軟正黑體" panose="020B0604030504040204" pitchFamily="34" charset="-120"/>
            </a:endParaRPr>
          </a:p>
        </p:txBody>
      </p:sp>
      <p:sp>
        <p:nvSpPr>
          <p:cNvPr id="6" name="矩形 5">
            <a:extLst>
              <a:ext uri="{FF2B5EF4-FFF2-40B4-BE49-F238E27FC236}">
                <a16:creationId xmlns:a16="http://schemas.microsoft.com/office/drawing/2014/main" xmlns="" id="{B1186B57-50E6-4F2E-F214-C4E1D34F14A1}"/>
              </a:ext>
            </a:extLst>
          </p:cNvPr>
          <p:cNvSpPr/>
          <p:nvPr/>
        </p:nvSpPr>
        <p:spPr>
          <a:xfrm>
            <a:off x="316459" y="1532727"/>
            <a:ext cx="2788920" cy="960120"/>
          </a:xfrm>
          <a:prstGeom prst="rect">
            <a:avLst/>
          </a:prstGeom>
          <a:solidFill>
            <a:srgbClr val="00539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矩形 6">
            <a:extLst>
              <a:ext uri="{FF2B5EF4-FFF2-40B4-BE49-F238E27FC236}">
                <a16:creationId xmlns:a16="http://schemas.microsoft.com/office/drawing/2014/main" xmlns="" id="{C5C6F5C2-A76E-C9BC-1893-FE4627B009F9}"/>
              </a:ext>
            </a:extLst>
          </p:cNvPr>
          <p:cNvSpPr/>
          <p:nvPr/>
        </p:nvSpPr>
        <p:spPr>
          <a:xfrm>
            <a:off x="3242310" y="1532727"/>
            <a:ext cx="2788920" cy="960120"/>
          </a:xfrm>
          <a:prstGeom prst="rect">
            <a:avLst/>
          </a:prstGeom>
          <a:solidFill>
            <a:srgbClr val="00539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矩形 7">
            <a:extLst>
              <a:ext uri="{FF2B5EF4-FFF2-40B4-BE49-F238E27FC236}">
                <a16:creationId xmlns:a16="http://schemas.microsoft.com/office/drawing/2014/main" xmlns="" id="{DCBB0AC2-AC5D-77C4-D8F0-1FA17EE21AB6}"/>
              </a:ext>
            </a:extLst>
          </p:cNvPr>
          <p:cNvSpPr/>
          <p:nvPr/>
        </p:nvSpPr>
        <p:spPr>
          <a:xfrm>
            <a:off x="6163892" y="1532727"/>
            <a:ext cx="2788920" cy="960120"/>
          </a:xfrm>
          <a:prstGeom prst="rect">
            <a:avLst/>
          </a:prstGeom>
          <a:solidFill>
            <a:srgbClr val="00539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矩形 8">
            <a:extLst>
              <a:ext uri="{FF2B5EF4-FFF2-40B4-BE49-F238E27FC236}">
                <a16:creationId xmlns:a16="http://schemas.microsoft.com/office/drawing/2014/main" xmlns="" id="{CDB7C9D5-04DB-08FC-8D91-5D285F40C834}"/>
              </a:ext>
            </a:extLst>
          </p:cNvPr>
          <p:cNvSpPr/>
          <p:nvPr/>
        </p:nvSpPr>
        <p:spPr>
          <a:xfrm>
            <a:off x="9089743" y="1532727"/>
            <a:ext cx="2788920" cy="960120"/>
          </a:xfrm>
          <a:prstGeom prst="rect">
            <a:avLst/>
          </a:prstGeom>
          <a:solidFill>
            <a:srgbClr val="00539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文字方塊 9">
            <a:extLst>
              <a:ext uri="{FF2B5EF4-FFF2-40B4-BE49-F238E27FC236}">
                <a16:creationId xmlns:a16="http://schemas.microsoft.com/office/drawing/2014/main" xmlns="" id="{096C86EA-B32F-3C60-5018-ECEF7405CD68}"/>
              </a:ext>
            </a:extLst>
          </p:cNvPr>
          <p:cNvSpPr txBox="1"/>
          <p:nvPr/>
        </p:nvSpPr>
        <p:spPr>
          <a:xfrm>
            <a:off x="835078" y="1549986"/>
            <a:ext cx="1751682" cy="400110"/>
          </a:xfrm>
          <a:prstGeom prst="rect">
            <a:avLst/>
          </a:prstGeom>
          <a:noFill/>
        </p:spPr>
        <p:txBody>
          <a:bodyPr wrap="square">
            <a:spAutoFit/>
          </a:bodyPr>
          <a:lstStyle/>
          <a:p>
            <a:pPr algn="ctr"/>
            <a:r>
              <a:rPr lang="zh-TW" altLang="en-US" sz="2000" b="1" dirty="0">
                <a:solidFill>
                  <a:schemeClr val="bg1"/>
                </a:solidFill>
                <a:latin typeface="微軟正黑體" panose="020B0604030504040204" pitchFamily="34" charset="-120"/>
                <a:ea typeface="微軟正黑體" panose="020B0604030504040204" pitchFamily="34" charset="-120"/>
              </a:rPr>
              <a:t>高階純電續航</a:t>
            </a:r>
          </a:p>
        </p:txBody>
      </p:sp>
      <p:sp>
        <p:nvSpPr>
          <p:cNvPr id="11" name="文字方塊 10">
            <a:extLst>
              <a:ext uri="{FF2B5EF4-FFF2-40B4-BE49-F238E27FC236}">
                <a16:creationId xmlns:a16="http://schemas.microsoft.com/office/drawing/2014/main" xmlns="" id="{8D98B0E5-1ECC-FD4D-5AED-4CA3F4CB2218}"/>
              </a:ext>
            </a:extLst>
          </p:cNvPr>
          <p:cNvSpPr txBox="1"/>
          <p:nvPr/>
        </p:nvSpPr>
        <p:spPr>
          <a:xfrm>
            <a:off x="517792" y="1927179"/>
            <a:ext cx="2346593" cy="461665"/>
          </a:xfrm>
          <a:prstGeom prst="rect">
            <a:avLst/>
          </a:prstGeom>
          <a:noFill/>
        </p:spPr>
        <p:txBody>
          <a:bodyPr wrap="square">
            <a:spAutoFit/>
          </a:bodyPr>
          <a:lstStyle/>
          <a:p>
            <a:pPr algn="ctr"/>
            <a:r>
              <a:rPr lang="en-US" altLang="zh-TW" sz="2400" b="1" dirty="0">
                <a:solidFill>
                  <a:srgbClr val="FFFFFF"/>
                </a:solidFill>
                <a:latin typeface="微軟正黑體"/>
              </a:rPr>
              <a:t>1,000km</a:t>
            </a:r>
          </a:p>
        </p:txBody>
      </p:sp>
      <p:sp>
        <p:nvSpPr>
          <p:cNvPr id="12" name="文字方塊 11">
            <a:extLst>
              <a:ext uri="{FF2B5EF4-FFF2-40B4-BE49-F238E27FC236}">
                <a16:creationId xmlns:a16="http://schemas.microsoft.com/office/drawing/2014/main" xmlns="" id="{3392735F-5D4C-30CC-ABC7-F394C21212A1}"/>
              </a:ext>
            </a:extLst>
          </p:cNvPr>
          <p:cNvSpPr txBox="1"/>
          <p:nvPr/>
        </p:nvSpPr>
        <p:spPr>
          <a:xfrm>
            <a:off x="3723698" y="1538969"/>
            <a:ext cx="1911558" cy="400110"/>
          </a:xfrm>
          <a:prstGeom prst="rect">
            <a:avLst/>
          </a:prstGeom>
          <a:noFill/>
        </p:spPr>
        <p:txBody>
          <a:bodyPr wrap="square">
            <a:spAutoFit/>
          </a:bodyPr>
          <a:lstStyle/>
          <a:p>
            <a:r>
              <a:rPr lang="zh-TW" altLang="en-US" sz="2000" b="1" dirty="0">
                <a:solidFill>
                  <a:schemeClr val="bg1"/>
                </a:solidFill>
                <a:latin typeface="微軟正黑體" panose="020B0604030504040204" pitchFamily="34" charset="-120"/>
                <a:ea typeface="微軟正黑體" panose="020B0604030504040204" pitchFamily="34" charset="-120"/>
              </a:rPr>
              <a:t>較同級</a:t>
            </a:r>
            <a:r>
              <a:rPr lang="en-US" altLang="zh-TW" sz="2000" b="1" dirty="0">
                <a:solidFill>
                  <a:schemeClr val="bg1"/>
                </a:solidFill>
                <a:latin typeface="微軟正黑體" panose="020B0604030504040204" pitchFamily="34" charset="-120"/>
                <a:ea typeface="微軟正黑體" panose="020B0604030504040204" pitchFamily="34" charset="-120"/>
              </a:rPr>
              <a:t>LFP</a:t>
            </a:r>
            <a:r>
              <a:rPr lang="zh-TW" altLang="en-US" sz="2000" b="1" dirty="0">
                <a:solidFill>
                  <a:schemeClr val="bg1"/>
                </a:solidFill>
                <a:latin typeface="微軟正黑體" panose="020B0604030504040204" pitchFamily="34" charset="-120"/>
                <a:ea typeface="微軟正黑體" panose="020B0604030504040204" pitchFamily="34" charset="-120"/>
              </a:rPr>
              <a:t>減重</a:t>
            </a:r>
          </a:p>
        </p:txBody>
      </p:sp>
      <p:sp>
        <p:nvSpPr>
          <p:cNvPr id="13" name="文字方塊 12">
            <a:extLst>
              <a:ext uri="{FF2B5EF4-FFF2-40B4-BE49-F238E27FC236}">
                <a16:creationId xmlns:a16="http://schemas.microsoft.com/office/drawing/2014/main" xmlns="" id="{11B41C88-E341-12B9-C323-8804A1B2446E}"/>
              </a:ext>
            </a:extLst>
          </p:cNvPr>
          <p:cNvSpPr txBox="1"/>
          <p:nvPr/>
        </p:nvSpPr>
        <p:spPr>
          <a:xfrm>
            <a:off x="3470312" y="1935923"/>
            <a:ext cx="2313543" cy="461665"/>
          </a:xfrm>
          <a:prstGeom prst="rect">
            <a:avLst/>
          </a:prstGeom>
          <a:noFill/>
        </p:spPr>
        <p:txBody>
          <a:bodyPr wrap="square">
            <a:spAutoFit/>
          </a:bodyPr>
          <a:lstStyle/>
          <a:p>
            <a:pPr algn="ctr"/>
            <a:r>
              <a:rPr lang="en-US" altLang="zh-TW" sz="2400" b="1" dirty="0">
                <a:solidFill>
                  <a:srgbClr val="FFFFFF"/>
                </a:solidFill>
                <a:latin typeface="微軟正黑體"/>
              </a:rPr>
              <a:t>255kg</a:t>
            </a:r>
          </a:p>
        </p:txBody>
      </p:sp>
      <p:sp>
        <p:nvSpPr>
          <p:cNvPr id="14" name="文字方塊 13">
            <a:extLst>
              <a:ext uri="{FF2B5EF4-FFF2-40B4-BE49-F238E27FC236}">
                <a16:creationId xmlns:a16="http://schemas.microsoft.com/office/drawing/2014/main" xmlns="" id="{E237E0DD-68FE-42B3-D00B-3FEC4BB72E46}"/>
              </a:ext>
            </a:extLst>
          </p:cNvPr>
          <p:cNvSpPr txBox="1"/>
          <p:nvPr/>
        </p:nvSpPr>
        <p:spPr>
          <a:xfrm>
            <a:off x="6566049" y="1535813"/>
            <a:ext cx="2016088" cy="400110"/>
          </a:xfrm>
          <a:prstGeom prst="rect">
            <a:avLst/>
          </a:prstGeom>
          <a:noFill/>
        </p:spPr>
        <p:txBody>
          <a:bodyPr wrap="square">
            <a:spAutoFit/>
          </a:bodyPr>
          <a:lstStyle/>
          <a:p>
            <a:pPr algn="ctr"/>
            <a:r>
              <a:rPr lang="zh-TW" altLang="en-US" sz="2000" b="1" dirty="0">
                <a:solidFill>
                  <a:schemeClr val="bg1"/>
                </a:solidFill>
                <a:latin typeface="微軟正黑體" panose="020B0604030504040204" pitchFamily="34" charset="-120"/>
                <a:ea typeface="微軟正黑體" panose="020B0604030504040204" pitchFamily="34" charset="-120"/>
              </a:rPr>
              <a:t>零百加速縮短</a:t>
            </a:r>
          </a:p>
        </p:txBody>
      </p:sp>
      <p:sp>
        <p:nvSpPr>
          <p:cNvPr id="15" name="文字方塊 14">
            <a:extLst>
              <a:ext uri="{FF2B5EF4-FFF2-40B4-BE49-F238E27FC236}">
                <a16:creationId xmlns:a16="http://schemas.microsoft.com/office/drawing/2014/main" xmlns="" id="{64C52C13-F137-AFC4-7ECA-8685559B8E1E}"/>
              </a:ext>
            </a:extLst>
          </p:cNvPr>
          <p:cNvSpPr txBox="1"/>
          <p:nvPr/>
        </p:nvSpPr>
        <p:spPr>
          <a:xfrm>
            <a:off x="6417321" y="1924638"/>
            <a:ext cx="2313543" cy="461665"/>
          </a:xfrm>
          <a:prstGeom prst="rect">
            <a:avLst/>
          </a:prstGeom>
          <a:noFill/>
        </p:spPr>
        <p:txBody>
          <a:bodyPr wrap="square">
            <a:spAutoFit/>
          </a:bodyPr>
          <a:lstStyle/>
          <a:p>
            <a:pPr algn="ctr"/>
            <a:r>
              <a:rPr lang="en-US" altLang="zh-TW" sz="2400" b="1" dirty="0">
                <a:solidFill>
                  <a:srgbClr val="FFFFFF"/>
                </a:solidFill>
                <a:latin typeface="微軟正黑體" panose="020B0604030504040204" pitchFamily="34" charset="-120"/>
                <a:ea typeface="微軟正黑體" panose="020B0604030504040204" pitchFamily="34" charset="-120"/>
              </a:rPr>
              <a:t>0.6</a:t>
            </a:r>
            <a:r>
              <a:rPr lang="zh-TW" altLang="en-US" sz="2400" b="1" dirty="0">
                <a:solidFill>
                  <a:srgbClr val="FFFFFF"/>
                </a:solidFill>
                <a:latin typeface="微軟正黑體" panose="020B0604030504040204" pitchFamily="34" charset="-120"/>
                <a:ea typeface="微軟正黑體" panose="020B0604030504040204" pitchFamily="34" charset="-120"/>
              </a:rPr>
              <a:t>秒</a:t>
            </a:r>
            <a:endParaRPr lang="en-US" altLang="zh-TW" sz="2400" b="1" dirty="0">
              <a:solidFill>
                <a:srgbClr val="FFFFFF"/>
              </a:solidFill>
              <a:latin typeface="微軟正黑體" panose="020B0604030504040204" pitchFamily="34" charset="-120"/>
              <a:ea typeface="微軟正黑體" panose="020B0604030504040204" pitchFamily="34" charset="-120"/>
            </a:endParaRPr>
          </a:p>
        </p:txBody>
      </p:sp>
      <p:sp>
        <p:nvSpPr>
          <p:cNvPr id="16" name="文字方塊 15">
            <a:extLst>
              <a:ext uri="{FF2B5EF4-FFF2-40B4-BE49-F238E27FC236}">
                <a16:creationId xmlns:a16="http://schemas.microsoft.com/office/drawing/2014/main" xmlns="" id="{A6535781-0DEF-76A6-3E8C-776F64B1369E}"/>
              </a:ext>
            </a:extLst>
          </p:cNvPr>
          <p:cNvSpPr txBox="1"/>
          <p:nvPr/>
        </p:nvSpPr>
        <p:spPr>
          <a:xfrm>
            <a:off x="9331195" y="1532727"/>
            <a:ext cx="2411323" cy="400110"/>
          </a:xfrm>
          <a:prstGeom prst="rect">
            <a:avLst/>
          </a:prstGeom>
          <a:noFill/>
        </p:spPr>
        <p:txBody>
          <a:bodyPr wrap="square">
            <a:spAutoFit/>
          </a:bodyPr>
          <a:lstStyle/>
          <a:p>
            <a:pPr algn="ctr"/>
            <a:r>
              <a:rPr lang="zh-TW" altLang="en-US" sz="2000" b="1" dirty="0">
                <a:solidFill>
                  <a:schemeClr val="bg1"/>
                </a:solidFill>
                <a:latin typeface="微軟正黑體" panose="020B0604030504040204" pitchFamily="34" charset="-120"/>
                <a:ea typeface="微軟正黑體" panose="020B0604030504040204" pitchFamily="34" charset="-120"/>
              </a:rPr>
              <a:t>制動距離縮短</a:t>
            </a:r>
          </a:p>
        </p:txBody>
      </p:sp>
      <p:sp>
        <p:nvSpPr>
          <p:cNvPr id="17" name="文字方塊 16">
            <a:extLst>
              <a:ext uri="{FF2B5EF4-FFF2-40B4-BE49-F238E27FC236}">
                <a16:creationId xmlns:a16="http://schemas.microsoft.com/office/drawing/2014/main" xmlns="" id="{7EDEBF22-A758-29EF-C9F6-C75A710B368F}"/>
              </a:ext>
            </a:extLst>
          </p:cNvPr>
          <p:cNvSpPr txBox="1"/>
          <p:nvPr/>
        </p:nvSpPr>
        <p:spPr>
          <a:xfrm>
            <a:off x="9331841" y="1921820"/>
            <a:ext cx="2313543" cy="461665"/>
          </a:xfrm>
          <a:prstGeom prst="rect">
            <a:avLst/>
          </a:prstGeom>
          <a:noFill/>
        </p:spPr>
        <p:txBody>
          <a:bodyPr wrap="square">
            <a:spAutoFit/>
          </a:bodyPr>
          <a:lstStyle/>
          <a:p>
            <a:pPr algn="ctr"/>
            <a:r>
              <a:rPr lang="en-US" altLang="zh-TW" sz="2400" b="1" dirty="0">
                <a:solidFill>
                  <a:srgbClr val="FFFFFF"/>
                </a:solidFill>
                <a:latin typeface="微軟正黑體" panose="020B0604030504040204" pitchFamily="34" charset="-120"/>
                <a:ea typeface="微軟正黑體" panose="020B0604030504040204" pitchFamily="34" charset="-120"/>
              </a:rPr>
              <a:t>1.44</a:t>
            </a:r>
            <a:r>
              <a:rPr lang="zh-TW" altLang="en-US" sz="2400" b="1" dirty="0">
                <a:solidFill>
                  <a:srgbClr val="FFFFFF"/>
                </a:solidFill>
                <a:latin typeface="微軟正黑體" panose="020B0604030504040204" pitchFamily="34" charset="-120"/>
                <a:ea typeface="微軟正黑體" panose="020B0604030504040204" pitchFamily="34" charset="-120"/>
              </a:rPr>
              <a:t>公尺</a:t>
            </a:r>
            <a:endParaRPr lang="en-US" altLang="zh-TW" sz="2400" b="1" dirty="0">
              <a:solidFill>
                <a:srgbClr val="FFFFFF"/>
              </a:solidFill>
              <a:latin typeface="微軟正黑體" panose="020B0604030504040204" pitchFamily="34" charset="-120"/>
              <a:ea typeface="微軟正黑體" panose="020B0604030504040204" pitchFamily="34" charset="-120"/>
            </a:endParaRPr>
          </a:p>
        </p:txBody>
      </p:sp>
      <p:sp>
        <p:nvSpPr>
          <p:cNvPr id="18" name="矩形 17">
            <a:extLst>
              <a:ext uri="{FF2B5EF4-FFF2-40B4-BE49-F238E27FC236}">
                <a16:creationId xmlns:a16="http://schemas.microsoft.com/office/drawing/2014/main" xmlns="" id="{FEDFAC03-C7D2-BCB8-CFE2-936A20064751}"/>
              </a:ext>
            </a:extLst>
          </p:cNvPr>
          <p:cNvSpPr/>
          <p:nvPr/>
        </p:nvSpPr>
        <p:spPr>
          <a:xfrm>
            <a:off x="316458" y="2524618"/>
            <a:ext cx="5714772" cy="363332"/>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2200" b="1" dirty="0">
                <a:latin typeface="微軟正黑體" panose="020B0604030504040204" pitchFamily="34" charset="-120"/>
                <a:ea typeface="微軟正黑體" panose="020B0604030504040204" pitchFamily="34" charset="-120"/>
              </a:rPr>
              <a:t>技術突破項目</a:t>
            </a:r>
          </a:p>
        </p:txBody>
      </p:sp>
      <p:sp>
        <p:nvSpPr>
          <p:cNvPr id="19" name="矩形 18">
            <a:extLst>
              <a:ext uri="{FF2B5EF4-FFF2-40B4-BE49-F238E27FC236}">
                <a16:creationId xmlns:a16="http://schemas.microsoft.com/office/drawing/2014/main" xmlns="" id="{B7D8C096-46B9-5351-B8F0-034FEFC86258}"/>
              </a:ext>
            </a:extLst>
          </p:cNvPr>
          <p:cNvSpPr/>
          <p:nvPr/>
        </p:nvSpPr>
        <p:spPr>
          <a:xfrm>
            <a:off x="6160770" y="2525546"/>
            <a:ext cx="5714772" cy="43088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2200" b="1" dirty="0">
                <a:solidFill>
                  <a:schemeClr val="bg1"/>
                </a:solidFill>
                <a:latin typeface="微軟正黑體" panose="020B0604030504040204" pitchFamily="34" charset="-120"/>
                <a:ea typeface="微軟正黑體" panose="020B0604030504040204" pitchFamily="34" charset="-120"/>
              </a:rPr>
              <a:t>應用與車主價值</a:t>
            </a:r>
          </a:p>
        </p:txBody>
      </p:sp>
      <p:sp>
        <p:nvSpPr>
          <p:cNvPr id="20" name="矩形 19">
            <a:extLst>
              <a:ext uri="{FF2B5EF4-FFF2-40B4-BE49-F238E27FC236}">
                <a16:creationId xmlns:a16="http://schemas.microsoft.com/office/drawing/2014/main" xmlns="" id="{243D083E-E618-75FF-CF17-E132ACB42F31}"/>
              </a:ext>
            </a:extLst>
          </p:cNvPr>
          <p:cNvSpPr/>
          <p:nvPr/>
        </p:nvSpPr>
        <p:spPr>
          <a:xfrm>
            <a:off x="6160770" y="2955504"/>
            <a:ext cx="5714772" cy="3504913"/>
          </a:xfrm>
          <a:prstGeom prst="rect">
            <a:avLst/>
          </a:prstGeom>
          <a:solidFill>
            <a:schemeClr val="accent2">
              <a:lumMod val="20000"/>
              <a:lumOff val="80000"/>
              <a:alpha val="50196"/>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矩形 20">
            <a:extLst>
              <a:ext uri="{FF2B5EF4-FFF2-40B4-BE49-F238E27FC236}">
                <a16:creationId xmlns:a16="http://schemas.microsoft.com/office/drawing/2014/main" xmlns="" id="{0D2BEC85-02D4-8EE1-2683-BD56FA5AB6F8}"/>
              </a:ext>
            </a:extLst>
          </p:cNvPr>
          <p:cNvSpPr/>
          <p:nvPr/>
        </p:nvSpPr>
        <p:spPr>
          <a:xfrm>
            <a:off x="316458" y="2895485"/>
            <a:ext cx="5714772" cy="3557395"/>
          </a:xfrm>
          <a:prstGeom prst="rect">
            <a:avLst/>
          </a:prstGeom>
          <a:solidFill>
            <a:schemeClr val="accent2">
              <a:lumMod val="20000"/>
              <a:lumOff val="80000"/>
              <a:alpha val="50196"/>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2" name="文字方塊 21">
            <a:extLst>
              <a:ext uri="{FF2B5EF4-FFF2-40B4-BE49-F238E27FC236}">
                <a16:creationId xmlns:a16="http://schemas.microsoft.com/office/drawing/2014/main" xmlns="" id="{E785EB4A-011F-B8C9-D65B-90286827B0B2}"/>
              </a:ext>
            </a:extLst>
          </p:cNvPr>
          <p:cNvSpPr txBox="1"/>
          <p:nvPr/>
        </p:nvSpPr>
        <p:spPr>
          <a:xfrm>
            <a:off x="327612" y="2940090"/>
            <a:ext cx="5745196" cy="3516347"/>
          </a:xfrm>
          <a:prstGeom prst="rect">
            <a:avLst/>
          </a:prstGeom>
          <a:noFill/>
        </p:spPr>
        <p:txBody>
          <a:bodyPr wrap="square">
            <a:spAutoFit/>
          </a:bodyPr>
          <a:lstStyle/>
          <a:p>
            <a:pPr marL="263525" indent="-263525">
              <a:spcBef>
                <a:spcPts val="200"/>
              </a:spcBef>
              <a:spcAft>
                <a:spcPts val="100"/>
              </a:spcAft>
              <a:buSzPct val="80000"/>
              <a:buFont typeface="Wingdings" panose="05000000000000000000" pitchFamily="2" charset="2"/>
              <a:buChar char="l"/>
            </a:pPr>
            <a:r>
              <a:rPr lang="zh-TW" altLang="en-US" sz="2000" b="1" dirty="0">
                <a:latin typeface="微軟正黑體" panose="020B0604030504040204" pitchFamily="34" charset="-120"/>
                <a:ea typeface="微軟正黑體" panose="020B0604030504040204" pitchFamily="34" charset="-120"/>
              </a:rPr>
              <a:t>高階三元鋰電池達千公里續航</a:t>
            </a:r>
            <a:endParaRPr lang="en-US" altLang="zh-TW" sz="2000" b="1" dirty="0">
              <a:latin typeface="微軟正黑體" panose="020B0604030504040204" pitchFamily="34" charset="-120"/>
              <a:ea typeface="微軟正黑體" panose="020B0604030504040204" pitchFamily="34" charset="-120"/>
            </a:endParaRPr>
          </a:p>
          <a:p>
            <a:pPr marL="446088" lvl="1" indent="-177800">
              <a:spcBef>
                <a:spcPts val="200"/>
              </a:spcBef>
              <a:spcAft>
                <a:spcPts val="100"/>
              </a:spcAft>
              <a:buSzPct val="80000"/>
              <a:buFont typeface="Wingdings" panose="05000000000000000000" pitchFamily="2" charset="2"/>
              <a:buChar char="Ø"/>
            </a:pP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能量密度達</a:t>
            </a:r>
            <a:r>
              <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rPr>
              <a:t>280Wh/kg</a:t>
            </a: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rPr>
              <a:t>600Wh/L</a:t>
            </a: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a:t>
            </a:r>
            <a:endPar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263525" indent="-263525">
              <a:spcBef>
                <a:spcPts val="200"/>
              </a:spcBef>
              <a:spcAft>
                <a:spcPts val="100"/>
              </a:spcAft>
              <a:buSzPct val="80000"/>
              <a:buFont typeface="Wingdings" panose="05000000000000000000" pitchFamily="2" charset="2"/>
              <a:buChar char="l"/>
            </a:pPr>
            <a:r>
              <a:rPr lang="zh-TW" altLang="en-US" sz="2000" b="1" dirty="0">
                <a:latin typeface="微軟正黑體" panose="020B0604030504040204" pitchFamily="34" charset="-120"/>
                <a:ea typeface="微軟正黑體" panose="020B0604030504040204" pitchFamily="34" charset="-120"/>
              </a:rPr>
              <a:t>千公里電池包重量控制在</a:t>
            </a:r>
            <a:r>
              <a:rPr lang="en-US" altLang="zh-TW" sz="2000" b="1" dirty="0">
                <a:latin typeface="微軟正黑體" panose="020B0604030504040204" pitchFamily="34" charset="-120"/>
                <a:ea typeface="微軟正黑體" panose="020B0604030504040204" pitchFamily="34" charset="-120"/>
              </a:rPr>
              <a:t>625</a:t>
            </a:r>
            <a:r>
              <a:rPr lang="zh-TW" altLang="en-US" sz="2000" b="1" dirty="0">
                <a:latin typeface="微軟正黑體" panose="020B0604030504040204" pitchFamily="34" charset="-120"/>
                <a:ea typeface="微軟正黑體" panose="020B0604030504040204" pitchFamily="34" charset="-120"/>
              </a:rPr>
              <a:t>公斤</a:t>
            </a:r>
            <a:endParaRPr lang="en-US" altLang="zh-TW" sz="2000" b="1" dirty="0">
              <a:latin typeface="微軟正黑體" panose="020B0604030504040204" pitchFamily="34" charset="-120"/>
              <a:ea typeface="微軟正黑體" panose="020B0604030504040204" pitchFamily="34" charset="-120"/>
            </a:endParaRPr>
          </a:p>
          <a:p>
            <a:pPr marL="446088" lvl="1" indent="-177800">
              <a:spcBef>
                <a:spcPts val="200"/>
              </a:spcBef>
              <a:spcAft>
                <a:spcPts val="100"/>
              </a:spcAft>
              <a:buSzPct val="80000"/>
              <a:buFont typeface="Wingdings" panose="05000000000000000000" pitchFamily="2" charset="2"/>
              <a:buChar char="Ø"/>
            </a:pP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較同級</a:t>
            </a:r>
            <a:r>
              <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rPr>
              <a:t>LFP</a:t>
            </a: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電池包減重</a:t>
            </a:r>
            <a:r>
              <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rPr>
              <a:t>255</a:t>
            </a: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公斤。</a:t>
            </a:r>
            <a:endPar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263525" indent="-263525">
              <a:spcBef>
                <a:spcPts val="200"/>
              </a:spcBef>
              <a:spcAft>
                <a:spcPts val="100"/>
              </a:spcAft>
              <a:buSzPct val="80000"/>
              <a:buFont typeface="Wingdings" panose="05000000000000000000" pitchFamily="2" charset="2"/>
              <a:buChar char="l"/>
            </a:pPr>
            <a:r>
              <a:rPr lang="zh-TW" altLang="en-US" sz="2000" b="1" dirty="0">
                <a:latin typeface="微軟正黑體" panose="020B0604030504040204" pitchFamily="34" charset="-120"/>
                <a:ea typeface="微軟正黑體" panose="020B0604030504040204" pitchFamily="34" charset="-120"/>
              </a:rPr>
              <a:t>具備</a:t>
            </a:r>
            <a:r>
              <a:rPr lang="en-US" altLang="zh-TW" sz="2000" b="1" dirty="0">
                <a:latin typeface="微軟正黑體" panose="020B0604030504040204" pitchFamily="34" charset="-120"/>
                <a:ea typeface="微軟正黑體" panose="020B0604030504040204" pitchFamily="34" charset="-120"/>
              </a:rPr>
              <a:t>10C</a:t>
            </a:r>
            <a:r>
              <a:rPr lang="zh-TW" altLang="en-US" sz="2000" b="1" dirty="0">
                <a:latin typeface="微軟正黑體" panose="020B0604030504040204" pitchFamily="34" charset="-120"/>
                <a:ea typeface="微軟正黑體" panose="020B0604030504040204" pitchFamily="34" charset="-120"/>
              </a:rPr>
              <a:t>超充能力</a:t>
            </a:r>
            <a:endParaRPr lang="en-US" altLang="zh-TW" sz="2000" b="1" dirty="0">
              <a:latin typeface="微軟正黑體" panose="020B0604030504040204" pitchFamily="34" charset="-120"/>
              <a:ea typeface="微軟正黑體" panose="020B0604030504040204" pitchFamily="34" charset="-120"/>
            </a:endParaRPr>
          </a:p>
          <a:p>
            <a:pPr marL="446088" lvl="1" indent="-177800">
              <a:spcBef>
                <a:spcPts val="200"/>
              </a:spcBef>
              <a:spcAft>
                <a:spcPts val="100"/>
              </a:spcAft>
              <a:buSzPct val="80000"/>
              <a:buFont typeface="Wingdings" panose="05000000000000000000" pitchFamily="2" charset="2"/>
              <a:buChar char="Ø"/>
            </a:pP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充電</a:t>
            </a:r>
            <a:r>
              <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rPr>
              <a:t>6</a:t>
            </a: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分鐘即可完成滿電補能。</a:t>
            </a:r>
            <a:endPar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263525" indent="-263525">
              <a:spcBef>
                <a:spcPts val="200"/>
              </a:spcBef>
              <a:spcAft>
                <a:spcPts val="100"/>
              </a:spcAft>
              <a:buSzPct val="80000"/>
              <a:buFont typeface="Wingdings" panose="05000000000000000000" pitchFamily="2" charset="2"/>
              <a:buChar char="l"/>
            </a:pPr>
            <a:r>
              <a:rPr lang="zh-TW" altLang="en-US" sz="2000" b="1" dirty="0">
                <a:latin typeface="微軟正黑體" panose="020B0604030504040204" pitchFamily="34" charset="-120"/>
                <a:ea typeface="微軟正黑體" panose="020B0604030504040204" pitchFamily="34" charset="-120"/>
              </a:rPr>
              <a:t>峰值放電功率達</a:t>
            </a:r>
            <a:r>
              <a:rPr lang="en-US" altLang="zh-TW" sz="2000" b="1" dirty="0">
                <a:latin typeface="微軟正黑體" panose="020B0604030504040204" pitchFamily="34" charset="-120"/>
                <a:ea typeface="微軟正黑體" panose="020B0604030504040204" pitchFamily="34" charset="-120"/>
              </a:rPr>
              <a:t>3MW</a:t>
            </a:r>
          </a:p>
          <a:p>
            <a:pPr marL="446088" lvl="1" indent="-177800">
              <a:spcBef>
                <a:spcPts val="200"/>
              </a:spcBef>
              <a:spcAft>
                <a:spcPts val="100"/>
              </a:spcAft>
              <a:buSzPct val="80000"/>
              <a:buFont typeface="Wingdings" panose="05000000000000000000" pitchFamily="2" charset="2"/>
              <a:buChar char="Ø"/>
            </a:pP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較前代</a:t>
            </a:r>
            <a:r>
              <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rPr>
              <a:t>1.33MW</a:t>
            </a: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提升，支撐瞬間動力輸出。</a:t>
            </a:r>
            <a:endPar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263525" marR="0" lvl="0" indent="-263525" algn="l" defTabSz="914400" rtl="0" eaLnBrk="0" fontAlgn="base" latinLnBrk="0" hangingPunct="0">
              <a:lnSpc>
                <a:spcPct val="100000"/>
              </a:lnSpc>
              <a:spcBef>
                <a:spcPts val="200"/>
              </a:spcBef>
              <a:spcAft>
                <a:spcPts val="100"/>
              </a:spcAft>
              <a:buClrTx/>
              <a:buSzPct val="80000"/>
              <a:buFont typeface="Wingdings" panose="05000000000000000000" pitchFamily="2" charset="2"/>
              <a:buChar char="l"/>
              <a:tabLst/>
              <a:defRPr/>
            </a:pPr>
            <a:r>
              <a:rPr kumimoji="0" lang="zh-TW" altLang="en-US" sz="20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無熱擴散技術及結合熱電分離</a:t>
            </a:r>
            <a:endParaRPr kumimoji="0" lang="en-US" altLang="zh-TW" sz="20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endParaRPr>
          </a:p>
          <a:p>
            <a:pPr marL="446088" marR="0" lvl="1" indent="-177800" algn="l" defTabSz="914400" rtl="0" eaLnBrk="0" fontAlgn="base" latinLnBrk="0" hangingPunct="0">
              <a:lnSpc>
                <a:spcPct val="100000"/>
              </a:lnSpc>
              <a:spcBef>
                <a:spcPts val="200"/>
              </a:spcBef>
              <a:spcAft>
                <a:spcPts val="100"/>
              </a:spcAft>
              <a:buClrTx/>
              <a:buSzPct val="80000"/>
              <a:buFont typeface="Wingdings" panose="05000000000000000000" pitchFamily="2" charset="2"/>
              <a:buChar char="Ø"/>
              <a:tabLst/>
              <a:defRPr/>
            </a:pPr>
            <a:r>
              <a:rPr kumimoji="0" lang="zh-TW" altLang="en-US" sz="2000" b="1" i="0" u="none" strike="noStrike" kern="1200" cap="none" spc="0" normalizeH="0" baseline="0" noProof="0" dirty="0">
                <a:ln>
                  <a:noFill/>
                </a:ln>
                <a:solidFill>
                  <a:srgbClr val="262626">
                    <a:lumMod val="75000"/>
                    <a:lumOff val="25000"/>
                  </a:srgbClr>
                </a:solidFill>
                <a:effectLst/>
                <a:uLnTx/>
                <a:uFillTx/>
                <a:latin typeface="微軟正黑體" panose="020B0604030504040204" pitchFamily="34" charset="-120"/>
                <a:ea typeface="微軟正黑體" panose="020B0604030504040204" pitchFamily="34" charset="-120"/>
                <a:cs typeface="+mn-cs"/>
              </a:rPr>
              <a:t>熱氣與高壓電路分流，降低熱失控風險。</a:t>
            </a:r>
          </a:p>
        </p:txBody>
      </p:sp>
      <p:sp>
        <p:nvSpPr>
          <p:cNvPr id="23" name="文字方塊 22">
            <a:extLst>
              <a:ext uri="{FF2B5EF4-FFF2-40B4-BE49-F238E27FC236}">
                <a16:creationId xmlns:a16="http://schemas.microsoft.com/office/drawing/2014/main" xmlns="" id="{8F9BD906-B897-E29A-D2D6-43071F3DC861}"/>
              </a:ext>
            </a:extLst>
          </p:cNvPr>
          <p:cNvSpPr txBox="1"/>
          <p:nvPr/>
        </p:nvSpPr>
        <p:spPr>
          <a:xfrm>
            <a:off x="6191197" y="2974039"/>
            <a:ext cx="5616948" cy="3516347"/>
          </a:xfrm>
          <a:prstGeom prst="rect">
            <a:avLst/>
          </a:prstGeom>
          <a:noFill/>
        </p:spPr>
        <p:txBody>
          <a:bodyPr wrap="square">
            <a:spAutoFit/>
          </a:bodyPr>
          <a:lstStyle/>
          <a:p>
            <a:pPr marL="222250" indent="-222250">
              <a:spcBef>
                <a:spcPts val="200"/>
              </a:spcBef>
              <a:spcAft>
                <a:spcPts val="100"/>
              </a:spcAft>
              <a:buSzPct val="80000"/>
              <a:buFont typeface="Wingdings" panose="05000000000000000000" pitchFamily="2" charset="2"/>
              <a:buChar char="l"/>
            </a:pPr>
            <a:r>
              <a:rPr lang="zh-TW" altLang="en-US" sz="2000" b="1" dirty="0">
                <a:latin typeface="微軟正黑體" panose="020B0604030504040204" pitchFamily="34" charset="-120"/>
                <a:ea typeface="微軟正黑體" panose="020B0604030504040204" pitchFamily="34" charset="-120"/>
              </a:rPr>
              <a:t>千公里續航兼顧輕量化</a:t>
            </a:r>
            <a:endParaRPr lang="en-US" altLang="zh-TW" sz="2000" b="1" dirty="0">
              <a:latin typeface="微軟正黑體" panose="020B0604030504040204" pitchFamily="34" charset="-120"/>
              <a:ea typeface="微軟正黑體" panose="020B0604030504040204" pitchFamily="34" charset="-120"/>
            </a:endParaRPr>
          </a:p>
          <a:p>
            <a:pPr marL="446088" marR="0" lvl="1" indent="-177800" algn="l" defTabSz="914400" rtl="0" eaLnBrk="0" fontAlgn="base" latinLnBrk="0" hangingPunct="0">
              <a:lnSpc>
                <a:spcPct val="100000"/>
              </a:lnSpc>
              <a:spcBef>
                <a:spcPts val="200"/>
              </a:spcBef>
              <a:spcAft>
                <a:spcPts val="100"/>
              </a:spcAft>
              <a:buClrTx/>
              <a:buSzPct val="80000"/>
              <a:buFont typeface="Wingdings" panose="05000000000000000000" pitchFamily="2" charset="2"/>
              <a:buChar char="Ø"/>
              <a:tabLst/>
              <a:defRPr/>
            </a:pPr>
            <a:r>
              <a:rPr kumimoji="0" lang="zh-TW" altLang="en-US" sz="2000" b="1" i="0" u="none" strike="noStrike" kern="1200" cap="none" spc="0" normalizeH="0" baseline="0" noProof="0" dirty="0">
                <a:ln>
                  <a:noFill/>
                </a:ln>
                <a:solidFill>
                  <a:srgbClr val="262626">
                    <a:lumMod val="75000"/>
                    <a:lumOff val="25000"/>
                  </a:srgbClr>
                </a:solidFill>
                <a:effectLst/>
                <a:uLnTx/>
                <a:uFillTx/>
                <a:latin typeface="微軟正黑體" panose="020B0604030504040204" pitchFamily="34" charset="-120"/>
                <a:ea typeface="微軟正黑體" panose="020B0604030504040204" pitchFamily="34" charset="-120"/>
                <a:cs typeface="+mn-cs"/>
              </a:rPr>
              <a:t>避免以過度堆疊電池方式</a:t>
            </a:r>
            <a:r>
              <a:rPr lang="zh-TW" altLang="en-US" sz="2000" b="1" dirty="0">
                <a:solidFill>
                  <a:srgbClr val="262626">
                    <a:lumMod val="75000"/>
                    <a:lumOff val="25000"/>
                  </a:srgbClr>
                </a:solidFill>
                <a:latin typeface="微軟正黑體" panose="020B0604030504040204" pitchFamily="34" charset="-120"/>
                <a:ea typeface="微軟正黑體" panose="020B0604030504040204" pitchFamily="34" charset="-120"/>
              </a:rPr>
              <a:t>，</a:t>
            </a:r>
            <a:r>
              <a:rPr kumimoji="0" lang="zh-TW" altLang="en-US" sz="2000" b="1" i="0" u="none" strike="noStrike" kern="1200" cap="none" spc="0" normalizeH="0" baseline="0" noProof="0" dirty="0">
                <a:ln>
                  <a:noFill/>
                </a:ln>
                <a:solidFill>
                  <a:srgbClr val="262626">
                    <a:lumMod val="75000"/>
                    <a:lumOff val="25000"/>
                  </a:srgbClr>
                </a:solidFill>
                <a:effectLst/>
                <a:uLnTx/>
                <a:uFillTx/>
                <a:latin typeface="微軟正黑體" panose="020B0604030504040204" pitchFamily="34" charset="-120"/>
                <a:ea typeface="微軟正黑體" panose="020B0604030504040204" pitchFamily="34" charset="-120"/>
                <a:cs typeface="+mn-cs"/>
              </a:rPr>
              <a:t>換取長續航。</a:t>
            </a:r>
            <a:endParaRPr lang="en-US" altLang="zh-TW" sz="2000" b="1" dirty="0">
              <a:latin typeface="微軟正黑體" panose="020B0604030504040204" pitchFamily="34" charset="-120"/>
              <a:ea typeface="微軟正黑體" panose="020B0604030504040204" pitchFamily="34" charset="-120"/>
            </a:endParaRPr>
          </a:p>
          <a:p>
            <a:pPr marL="222250" indent="-222250">
              <a:spcBef>
                <a:spcPts val="200"/>
              </a:spcBef>
              <a:spcAft>
                <a:spcPts val="100"/>
              </a:spcAft>
              <a:buSzPct val="80000"/>
              <a:buFont typeface="Wingdings" panose="05000000000000000000" pitchFamily="2" charset="2"/>
              <a:buChar char="l"/>
            </a:pPr>
            <a:r>
              <a:rPr lang="zh-TW" altLang="en-US" sz="2000" b="1" dirty="0">
                <a:latin typeface="微軟正黑體" panose="020B0604030504040204" pitchFamily="34" charset="-120"/>
                <a:ea typeface="微軟正黑體" panose="020B0604030504040204" pitchFamily="34" charset="-120"/>
              </a:rPr>
              <a:t>零百加速縮短</a:t>
            </a:r>
            <a:r>
              <a:rPr lang="en-US" altLang="zh-TW" sz="2000" b="1" dirty="0">
                <a:latin typeface="微軟正黑體" panose="020B0604030504040204" pitchFamily="34" charset="-120"/>
                <a:ea typeface="微軟正黑體" panose="020B0604030504040204" pitchFamily="34" charset="-120"/>
              </a:rPr>
              <a:t>0.6</a:t>
            </a:r>
            <a:r>
              <a:rPr lang="zh-TW" altLang="en-US" sz="2000" b="1" dirty="0">
                <a:latin typeface="微軟正黑體" panose="020B0604030504040204" pitchFamily="34" charset="-120"/>
                <a:ea typeface="微軟正黑體" panose="020B0604030504040204" pitchFamily="34" charset="-120"/>
              </a:rPr>
              <a:t>秒</a:t>
            </a:r>
            <a:endParaRPr lang="en-US" altLang="zh-TW" sz="2000" b="1" dirty="0">
              <a:latin typeface="微軟正黑體" panose="020B0604030504040204" pitchFamily="34" charset="-120"/>
              <a:ea typeface="微軟正黑體" panose="020B0604030504040204" pitchFamily="34" charset="-120"/>
            </a:endParaRPr>
          </a:p>
          <a:p>
            <a:pPr marL="446088" marR="0" lvl="1" indent="-177800" algn="l" defTabSz="914400" rtl="0" eaLnBrk="0" fontAlgn="base" latinLnBrk="0" hangingPunct="0">
              <a:spcBef>
                <a:spcPts val="200"/>
              </a:spcBef>
              <a:spcAft>
                <a:spcPts val="100"/>
              </a:spcAft>
              <a:buClrTx/>
              <a:buSzPct val="80000"/>
              <a:buFont typeface="Wingdings" panose="05000000000000000000" pitchFamily="2" charset="2"/>
              <a:buChar char="Ø"/>
              <a:tabLst/>
              <a:defRPr/>
            </a:pPr>
            <a:r>
              <a:rPr kumimoji="0" lang="zh-TW" altLang="en-US" sz="2000" b="1" i="0" u="none" strike="noStrike" kern="1200" cap="none" spc="0" normalizeH="0" baseline="0" noProof="0" dirty="0">
                <a:ln>
                  <a:noFill/>
                </a:ln>
                <a:solidFill>
                  <a:srgbClr val="262626">
                    <a:lumMod val="75000"/>
                    <a:lumOff val="25000"/>
                  </a:srgbClr>
                </a:solidFill>
                <a:effectLst/>
                <a:uLnTx/>
                <a:uFillTx/>
                <a:latin typeface="微軟正黑體" panose="020B0604030504040204" pitchFamily="34" charset="-120"/>
                <a:ea typeface="微軟正黑體" panose="020B0604030504040204" pitchFamily="34" charset="-120"/>
                <a:cs typeface="+mn-cs"/>
              </a:rPr>
              <a:t>降低超車並行危險時間，提升反應餘裕。</a:t>
            </a:r>
            <a:endParaRPr kumimoji="0" lang="en-US" altLang="zh-TW" sz="2000" b="1" i="0" u="none" strike="noStrike" kern="1200" cap="none" spc="0" normalizeH="0" baseline="0" noProof="0" dirty="0">
              <a:ln>
                <a:noFill/>
              </a:ln>
              <a:solidFill>
                <a:srgbClr val="262626">
                  <a:lumMod val="75000"/>
                  <a:lumOff val="25000"/>
                </a:srgbClr>
              </a:solidFill>
              <a:effectLst/>
              <a:uLnTx/>
              <a:uFillTx/>
              <a:latin typeface="微軟正黑體" panose="020B0604030504040204" pitchFamily="34" charset="-120"/>
              <a:ea typeface="微軟正黑體" panose="020B0604030504040204" pitchFamily="34" charset="-120"/>
              <a:cs typeface="+mn-cs"/>
            </a:endParaRPr>
          </a:p>
          <a:p>
            <a:pPr marL="222250" indent="-222250">
              <a:spcBef>
                <a:spcPts val="200"/>
              </a:spcBef>
              <a:spcAft>
                <a:spcPts val="100"/>
              </a:spcAft>
              <a:buSzPct val="80000"/>
              <a:buFont typeface="Wingdings" panose="05000000000000000000" pitchFamily="2" charset="2"/>
              <a:buChar char="l"/>
            </a:pPr>
            <a:r>
              <a:rPr lang="zh-TW" altLang="en-US" sz="2000" b="1" dirty="0">
                <a:latin typeface="微軟正黑體" panose="020B0604030504040204" pitchFamily="34" charset="-120"/>
                <a:ea typeface="微軟正黑體" panose="020B0604030504040204" pitchFamily="34" charset="-120"/>
              </a:rPr>
              <a:t>百公里制動距離縮短</a:t>
            </a:r>
            <a:r>
              <a:rPr lang="en-US" altLang="zh-TW" sz="2000" b="1" dirty="0">
                <a:latin typeface="微軟正黑體" panose="020B0604030504040204" pitchFamily="34" charset="-120"/>
                <a:ea typeface="微軟正黑體" panose="020B0604030504040204" pitchFamily="34" charset="-120"/>
              </a:rPr>
              <a:t>1.44</a:t>
            </a:r>
            <a:r>
              <a:rPr lang="zh-TW" altLang="en-US" sz="2000" b="1" dirty="0">
                <a:latin typeface="微軟正黑體" panose="020B0604030504040204" pitchFamily="34" charset="-120"/>
                <a:ea typeface="微軟正黑體" panose="020B0604030504040204" pitchFamily="34" charset="-120"/>
              </a:rPr>
              <a:t>公尺</a:t>
            </a:r>
            <a:endParaRPr lang="en-US" altLang="zh-TW" sz="2000" b="1" dirty="0">
              <a:latin typeface="微軟正黑體" panose="020B0604030504040204" pitchFamily="34" charset="-120"/>
              <a:ea typeface="微軟正黑體" panose="020B0604030504040204" pitchFamily="34" charset="-120"/>
            </a:endParaRPr>
          </a:p>
          <a:p>
            <a:pPr marL="446088" marR="0" lvl="1" indent="-177800" algn="l" defTabSz="914400" rtl="0" eaLnBrk="0" fontAlgn="base" latinLnBrk="0" hangingPunct="0">
              <a:lnSpc>
                <a:spcPct val="100000"/>
              </a:lnSpc>
              <a:spcBef>
                <a:spcPts val="200"/>
              </a:spcBef>
              <a:spcAft>
                <a:spcPts val="100"/>
              </a:spcAft>
              <a:buClrTx/>
              <a:buSzPct val="80000"/>
              <a:buFont typeface="Wingdings" panose="05000000000000000000" pitchFamily="2" charset="2"/>
              <a:buChar char="Ø"/>
              <a:tabLst/>
              <a:defRPr/>
            </a:pPr>
            <a:r>
              <a:rPr kumimoji="0" lang="zh-TW" altLang="en-US" sz="2000" b="1" i="0" u="none" strike="noStrike" kern="1200" cap="none" spc="0" normalizeH="0" baseline="0" noProof="0" dirty="0">
                <a:ln>
                  <a:noFill/>
                </a:ln>
                <a:solidFill>
                  <a:srgbClr val="262626">
                    <a:lumMod val="75000"/>
                    <a:lumOff val="25000"/>
                  </a:srgbClr>
                </a:solidFill>
                <a:effectLst/>
                <a:uLnTx/>
                <a:uFillTx/>
                <a:latin typeface="微軟正黑體" panose="020B0604030504040204" pitchFamily="34" charset="-120"/>
                <a:ea typeface="微軟正黑體" panose="020B0604030504040204" pitchFamily="34" charset="-120"/>
                <a:cs typeface="+mn-cs"/>
              </a:rPr>
              <a:t>有助降低緊急煞停與碰撞風險。</a:t>
            </a:r>
            <a:endParaRPr kumimoji="0" lang="en-US" altLang="zh-TW" sz="2000" b="1" i="0" u="none" strike="noStrike" kern="1200" cap="none" spc="0" normalizeH="0" baseline="0" noProof="0" dirty="0">
              <a:ln>
                <a:noFill/>
              </a:ln>
              <a:solidFill>
                <a:srgbClr val="262626">
                  <a:lumMod val="75000"/>
                  <a:lumOff val="25000"/>
                </a:srgbClr>
              </a:solidFill>
              <a:effectLst/>
              <a:uLnTx/>
              <a:uFillTx/>
              <a:latin typeface="微軟正黑體" panose="020B0604030504040204" pitchFamily="34" charset="-120"/>
              <a:ea typeface="微軟正黑體" panose="020B0604030504040204" pitchFamily="34" charset="-120"/>
              <a:cs typeface="+mn-cs"/>
            </a:endParaRPr>
          </a:p>
          <a:p>
            <a:pPr marL="222250" indent="-222250">
              <a:spcBef>
                <a:spcPts val="200"/>
              </a:spcBef>
              <a:spcAft>
                <a:spcPts val="100"/>
              </a:spcAft>
              <a:buSzPct val="80000"/>
              <a:buFont typeface="Wingdings" panose="05000000000000000000" pitchFamily="2" charset="2"/>
              <a:buChar char="l"/>
            </a:pPr>
            <a:r>
              <a:rPr lang="zh-TW" altLang="en-US" sz="2000" b="1" dirty="0">
                <a:latin typeface="微軟正黑體" panose="020B0604030504040204" pitchFamily="34" charset="-120"/>
                <a:ea typeface="微軟正黑體" panose="020B0604030504040204" pitchFamily="34" charset="-120"/>
              </a:rPr>
              <a:t>底盤與輪胎壽命延長</a:t>
            </a:r>
            <a:endParaRPr lang="en-US" altLang="zh-TW" sz="2000" b="1" dirty="0">
              <a:latin typeface="微軟正黑體" panose="020B0604030504040204" pitchFamily="34" charset="-120"/>
              <a:ea typeface="微軟正黑體" panose="020B0604030504040204" pitchFamily="34" charset="-120"/>
            </a:endParaRPr>
          </a:p>
          <a:p>
            <a:pPr marL="446088" marR="0" lvl="1" indent="-177800" algn="l" defTabSz="914400" rtl="0" eaLnBrk="0" fontAlgn="base" latinLnBrk="0" hangingPunct="0">
              <a:lnSpc>
                <a:spcPct val="100000"/>
              </a:lnSpc>
              <a:spcBef>
                <a:spcPts val="200"/>
              </a:spcBef>
              <a:spcAft>
                <a:spcPts val="100"/>
              </a:spcAft>
              <a:buClrTx/>
              <a:buSzPct val="80000"/>
              <a:buFont typeface="Wingdings" panose="05000000000000000000" pitchFamily="2" charset="2"/>
              <a:buChar char="Ø"/>
              <a:tabLst/>
              <a:defRPr/>
            </a:pPr>
            <a:r>
              <a:rPr kumimoji="0" lang="zh-TW" altLang="en-US" sz="2000" b="1" i="0" u="none" strike="noStrike" kern="1200" cap="none" spc="0" normalizeH="0" baseline="0" noProof="0" dirty="0">
                <a:ln>
                  <a:noFill/>
                </a:ln>
                <a:solidFill>
                  <a:srgbClr val="262626">
                    <a:lumMod val="75000"/>
                    <a:lumOff val="25000"/>
                  </a:srgbClr>
                </a:solidFill>
                <a:effectLst/>
                <a:uLnTx/>
                <a:uFillTx/>
                <a:latin typeface="微軟正黑體" panose="020B0604030504040204" pitchFamily="34" charset="-120"/>
                <a:ea typeface="微軟正黑體" panose="020B0604030504040204" pitchFamily="34" charset="-120"/>
                <a:cs typeface="+mn-cs"/>
              </a:rPr>
              <a:t>懸架壽命增</a:t>
            </a:r>
            <a:r>
              <a:rPr kumimoji="0" lang="en-US" altLang="zh-TW" sz="2000" b="1" i="0" u="none" strike="noStrike" kern="1200" cap="none" spc="0" normalizeH="0" baseline="0" noProof="0" dirty="0">
                <a:ln>
                  <a:noFill/>
                </a:ln>
                <a:solidFill>
                  <a:srgbClr val="262626">
                    <a:lumMod val="75000"/>
                    <a:lumOff val="25000"/>
                  </a:srgbClr>
                </a:solidFill>
                <a:effectLst/>
                <a:uLnTx/>
                <a:uFillTx/>
                <a:latin typeface="微軟正黑體" panose="020B0604030504040204" pitchFamily="34" charset="-120"/>
                <a:ea typeface="微軟正黑體" panose="020B0604030504040204" pitchFamily="34" charset="-120"/>
                <a:cs typeface="+mn-cs"/>
              </a:rPr>
              <a:t>40%</a:t>
            </a:r>
            <a:r>
              <a:rPr kumimoji="0" lang="zh-TW" altLang="en-US" sz="2000" b="1" i="0" u="none" strike="noStrike" kern="1200" cap="none" spc="0" normalizeH="0" baseline="0" noProof="0" dirty="0">
                <a:ln>
                  <a:noFill/>
                </a:ln>
                <a:solidFill>
                  <a:srgbClr val="262626">
                    <a:lumMod val="75000"/>
                    <a:lumOff val="25000"/>
                  </a:srgbClr>
                </a:solidFill>
                <a:effectLst/>
                <a:uLnTx/>
                <a:uFillTx/>
                <a:latin typeface="微軟正黑體" panose="020B0604030504040204" pitchFamily="34" charset="-120"/>
                <a:ea typeface="微軟正黑體" panose="020B0604030504040204" pitchFamily="34" charset="-120"/>
                <a:cs typeface="+mn-cs"/>
              </a:rPr>
              <a:t>，輪胎壽命延長</a:t>
            </a:r>
            <a:r>
              <a:rPr kumimoji="0" lang="en-US" altLang="zh-TW" sz="2000" b="1" i="0" u="none" strike="noStrike" kern="1200" cap="none" spc="0" normalizeH="0" baseline="0" noProof="0" dirty="0">
                <a:ln>
                  <a:noFill/>
                </a:ln>
                <a:solidFill>
                  <a:srgbClr val="262626">
                    <a:lumMod val="75000"/>
                    <a:lumOff val="25000"/>
                  </a:srgbClr>
                </a:solidFill>
                <a:effectLst/>
                <a:uLnTx/>
                <a:uFillTx/>
                <a:latin typeface="微軟正黑體" panose="020B0604030504040204" pitchFamily="34" charset="-120"/>
                <a:ea typeface="微軟正黑體" panose="020B0604030504040204" pitchFamily="34" charset="-120"/>
                <a:cs typeface="+mn-cs"/>
              </a:rPr>
              <a:t>30%</a:t>
            </a:r>
            <a:r>
              <a:rPr kumimoji="0" lang="zh-TW" altLang="en-US" sz="2000" b="1" i="0" u="none" strike="noStrike" kern="1200" cap="none" spc="0" normalizeH="0" baseline="0" noProof="0" dirty="0">
                <a:ln>
                  <a:noFill/>
                </a:ln>
                <a:solidFill>
                  <a:srgbClr val="262626">
                    <a:lumMod val="75000"/>
                    <a:lumOff val="25000"/>
                  </a:srgbClr>
                </a:solidFill>
                <a:effectLst/>
                <a:uLnTx/>
                <a:uFillTx/>
                <a:latin typeface="微軟正黑體" panose="020B0604030504040204" pitchFamily="34" charset="-120"/>
                <a:ea typeface="微軟正黑體" panose="020B0604030504040204" pitchFamily="34" charset="-120"/>
                <a:cs typeface="+mn-cs"/>
              </a:rPr>
              <a:t>。</a:t>
            </a:r>
            <a:endParaRPr lang="en-US" altLang="zh-TW" sz="2000" b="1" dirty="0">
              <a:latin typeface="微軟正黑體" panose="020B0604030504040204" pitchFamily="34" charset="-120"/>
              <a:ea typeface="微軟正黑體" panose="020B0604030504040204" pitchFamily="34" charset="-120"/>
            </a:endParaRPr>
          </a:p>
          <a:p>
            <a:pPr marL="222250" indent="-222250">
              <a:spcBef>
                <a:spcPts val="200"/>
              </a:spcBef>
              <a:spcAft>
                <a:spcPts val="100"/>
              </a:spcAft>
              <a:buSzPct val="80000"/>
              <a:buFont typeface="Wingdings" panose="05000000000000000000" pitchFamily="2" charset="2"/>
              <a:buChar char="l"/>
            </a:pPr>
            <a:r>
              <a:rPr lang="zh-TW" altLang="en-US" sz="2000" b="1" dirty="0">
                <a:latin typeface="微軟正黑體" panose="020B0604030504040204" pitchFamily="34" charset="-120"/>
                <a:ea typeface="微軟正黑體" panose="020B0604030504040204" pitchFamily="34" charset="-120"/>
              </a:rPr>
              <a:t>能耗降低、空間節省</a:t>
            </a:r>
            <a:r>
              <a:rPr lang="en-US" altLang="zh-TW" sz="2000" b="1" dirty="0">
                <a:latin typeface="微軟正黑體" panose="020B0604030504040204" pitchFamily="34" charset="-120"/>
                <a:ea typeface="微軟正黑體" panose="020B0604030504040204" pitchFamily="34" charset="-120"/>
              </a:rPr>
              <a:t>112</a:t>
            </a:r>
            <a:r>
              <a:rPr lang="zh-TW" altLang="en-US" sz="2000" b="1" dirty="0">
                <a:latin typeface="微軟正黑體" panose="020B0604030504040204" pitchFamily="34" charset="-120"/>
                <a:ea typeface="微軟正黑體" panose="020B0604030504040204" pitchFamily="34" charset="-120"/>
              </a:rPr>
              <a:t>公升</a:t>
            </a:r>
            <a:endParaRPr lang="en-US" altLang="zh-TW" sz="2000" b="1" dirty="0">
              <a:latin typeface="微軟正黑體" panose="020B0604030504040204" pitchFamily="34" charset="-120"/>
              <a:ea typeface="微軟正黑體" panose="020B0604030504040204" pitchFamily="34" charset="-120"/>
            </a:endParaRPr>
          </a:p>
          <a:p>
            <a:pPr marL="446088" marR="0" lvl="1" indent="-177800" algn="l" defTabSz="914400" rtl="0" eaLnBrk="0" fontAlgn="base" latinLnBrk="0" hangingPunct="0">
              <a:spcBef>
                <a:spcPts val="200"/>
              </a:spcBef>
              <a:spcAft>
                <a:spcPts val="100"/>
              </a:spcAft>
              <a:buClrTx/>
              <a:buSzPct val="80000"/>
              <a:buFont typeface="Wingdings" panose="05000000000000000000" pitchFamily="2" charset="2"/>
              <a:buChar char="Ø"/>
              <a:tabLst/>
              <a:defRPr/>
            </a:pPr>
            <a:r>
              <a:rPr kumimoji="0" lang="zh-TW" altLang="en-US" sz="2000" b="1" i="0" u="none" strike="noStrike" kern="1200" cap="none" spc="0" normalizeH="0" baseline="0" noProof="0" dirty="0">
                <a:ln>
                  <a:noFill/>
                </a:ln>
                <a:solidFill>
                  <a:srgbClr val="262626">
                    <a:lumMod val="75000"/>
                    <a:lumOff val="25000"/>
                  </a:srgbClr>
                </a:solidFill>
                <a:effectLst/>
                <a:uLnTx/>
                <a:uFillTx/>
                <a:latin typeface="微軟正黑體" panose="020B0604030504040204" pitchFamily="34" charset="-120"/>
                <a:ea typeface="微軟正黑體" panose="020B0604030504040204" pitchFamily="34" charset="-120"/>
                <a:cs typeface="+mn-cs"/>
              </a:rPr>
              <a:t>百公里能耗降低約</a:t>
            </a:r>
            <a:r>
              <a:rPr kumimoji="0" lang="en-US" altLang="zh-TW" sz="2000" b="1" i="0" u="none" strike="noStrike" kern="1200" cap="none" spc="0" normalizeH="0" baseline="0" noProof="0" dirty="0">
                <a:ln>
                  <a:noFill/>
                </a:ln>
                <a:solidFill>
                  <a:srgbClr val="262626">
                    <a:lumMod val="75000"/>
                    <a:lumOff val="25000"/>
                  </a:srgbClr>
                </a:solidFill>
                <a:effectLst/>
                <a:uLnTx/>
                <a:uFillTx/>
                <a:latin typeface="微軟正黑體" panose="020B0604030504040204" pitchFamily="34" charset="-120"/>
                <a:ea typeface="微軟正黑體" panose="020B0604030504040204" pitchFamily="34" charset="-120"/>
                <a:cs typeface="+mn-cs"/>
              </a:rPr>
              <a:t>6%</a:t>
            </a:r>
            <a:r>
              <a:rPr kumimoji="0" lang="zh-TW" altLang="en-US" sz="2000" b="1" i="0" u="none" strike="noStrike" kern="1200" cap="none" spc="0" normalizeH="0" baseline="0" noProof="0" dirty="0">
                <a:ln>
                  <a:noFill/>
                </a:ln>
                <a:solidFill>
                  <a:srgbClr val="262626">
                    <a:lumMod val="75000"/>
                    <a:lumOff val="25000"/>
                  </a:srgbClr>
                </a:solidFill>
                <a:effectLst/>
                <a:uLnTx/>
                <a:uFillTx/>
                <a:latin typeface="微軟正黑體" panose="020B0604030504040204" pitchFamily="34" charset="-120"/>
                <a:ea typeface="微軟正黑體" panose="020B0604030504040204" pitchFamily="34" charset="-120"/>
                <a:cs typeface="+mn-cs"/>
              </a:rPr>
              <a:t>，頭部空間增</a:t>
            </a:r>
            <a:r>
              <a:rPr kumimoji="0" lang="en-US" altLang="zh-TW" sz="2000" b="1" i="0" u="none" strike="noStrike" kern="1200" cap="none" spc="0" normalizeH="0" baseline="0" noProof="0" dirty="0">
                <a:ln>
                  <a:noFill/>
                </a:ln>
                <a:solidFill>
                  <a:srgbClr val="262626">
                    <a:lumMod val="75000"/>
                    <a:lumOff val="25000"/>
                  </a:srgbClr>
                </a:solidFill>
                <a:effectLst/>
                <a:uLnTx/>
                <a:uFillTx/>
                <a:latin typeface="微軟正黑體" panose="020B0604030504040204" pitchFamily="34" charset="-120"/>
                <a:ea typeface="微軟正黑體" panose="020B0604030504040204" pitchFamily="34" charset="-120"/>
                <a:cs typeface="+mn-cs"/>
              </a:rPr>
              <a:t>18mm</a:t>
            </a:r>
            <a:r>
              <a:rPr kumimoji="0" lang="zh-TW" altLang="en-US" sz="2000" b="1" i="0" u="none" strike="noStrike" kern="1200" cap="none" spc="0" normalizeH="0" baseline="0" noProof="0" dirty="0">
                <a:ln>
                  <a:noFill/>
                </a:ln>
                <a:solidFill>
                  <a:srgbClr val="262626">
                    <a:lumMod val="75000"/>
                    <a:lumOff val="25000"/>
                  </a:srgbClr>
                </a:solidFill>
                <a:effectLst/>
                <a:uLnTx/>
                <a:uFillTx/>
                <a:latin typeface="微軟正黑體" panose="020B0604030504040204" pitchFamily="34" charset="-120"/>
                <a:ea typeface="微軟正黑體" panose="020B0604030504040204" pitchFamily="34" charset="-120"/>
                <a:cs typeface="+mn-cs"/>
              </a:rPr>
              <a:t>。</a:t>
            </a:r>
            <a:endParaRPr kumimoji="0" lang="en-US" altLang="zh-TW" sz="2000" b="1" i="0" u="none" strike="noStrike" kern="1200" cap="none" spc="0" normalizeH="0" baseline="0" noProof="0" dirty="0">
              <a:ln>
                <a:noFill/>
              </a:ln>
              <a:solidFill>
                <a:srgbClr val="262626">
                  <a:lumMod val="75000"/>
                  <a:lumOff val="25000"/>
                </a:srgbClr>
              </a:solidFill>
              <a:effectLst/>
              <a:uLnTx/>
              <a:uFillTx/>
              <a:latin typeface="微軟正黑體" panose="020B0604030504040204" pitchFamily="34" charset="-120"/>
              <a:ea typeface="微軟正黑體" panose="020B0604030504040204" pitchFamily="34" charset="-120"/>
              <a:cs typeface="+mn-cs"/>
            </a:endParaRPr>
          </a:p>
        </p:txBody>
      </p:sp>
    </p:spTree>
    <p:extLst>
      <p:ext uri="{BB962C8B-B14F-4D97-AF65-F5344CB8AC3E}">
        <p14:creationId xmlns:p14="http://schemas.microsoft.com/office/powerpoint/2010/main" val="3769089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62E7ED42-21C5-ABCE-47A4-6C7FD0C8551D}"/>
              </a:ext>
            </a:extLst>
          </p:cNvPr>
          <p:cNvSpPr>
            <a:spLocks noGrp="1"/>
          </p:cNvSpPr>
          <p:nvPr>
            <p:ph type="title"/>
          </p:nvPr>
        </p:nvSpPr>
        <p:spPr>
          <a:xfrm>
            <a:off x="641445" y="97456"/>
            <a:ext cx="11340000" cy="676866"/>
          </a:xfrm>
        </p:spPr>
        <p:txBody>
          <a:bodyPr/>
          <a:lstStyle/>
          <a:p>
            <a:r>
              <a:rPr lang="zh-TW" altLang="en-US" dirty="0"/>
              <a:t>航空級凝聚態電池技術下放至乘用車應用</a:t>
            </a:r>
            <a:r>
              <a:rPr lang="en-US" altLang="zh-TW" dirty="0"/>
              <a:t/>
            </a:r>
            <a:br>
              <a:rPr lang="en-US" altLang="zh-TW" dirty="0"/>
            </a:br>
            <a:r>
              <a:rPr lang="zh-TW" altLang="en-US" dirty="0"/>
              <a:t>高能量密度推升轎車續航上看</a:t>
            </a:r>
            <a:r>
              <a:rPr lang="en-US" altLang="zh-TW" dirty="0"/>
              <a:t>1,500</a:t>
            </a:r>
            <a:r>
              <a:rPr lang="zh-TW" altLang="en-US" dirty="0"/>
              <a:t>公里</a:t>
            </a:r>
          </a:p>
        </p:txBody>
      </p:sp>
      <p:sp>
        <p:nvSpPr>
          <p:cNvPr id="4" name="文字版面配置區 3">
            <a:extLst>
              <a:ext uri="{FF2B5EF4-FFF2-40B4-BE49-F238E27FC236}">
                <a16:creationId xmlns:a16="http://schemas.microsoft.com/office/drawing/2014/main" xmlns="" id="{E2BEB8AF-E2F1-455D-D67B-345C26F8F80B}"/>
              </a:ext>
            </a:extLst>
          </p:cNvPr>
          <p:cNvSpPr>
            <a:spLocks noGrp="1"/>
          </p:cNvSpPr>
          <p:nvPr>
            <p:ph type="body" sz="quarter" idx="10"/>
          </p:nvPr>
        </p:nvSpPr>
        <p:spPr/>
        <p:txBody>
          <a:bodyPr/>
          <a:lstStyle/>
          <a:p>
            <a:r>
              <a:rPr lang="zh-TW" altLang="en-US" dirty="0">
                <a:latin typeface="微軟正黑體" panose="020B0604030504040204" pitchFamily="34" charset="-120"/>
              </a:rPr>
              <a:t>資料來源：寧德時代，</a:t>
            </a:r>
            <a:r>
              <a:rPr lang="en-US" altLang="zh-TW" dirty="0">
                <a:latin typeface="微軟正黑體" panose="020B0604030504040204" pitchFamily="34" charset="-120"/>
              </a:rPr>
              <a:t>DIGITIMES</a:t>
            </a:r>
            <a:r>
              <a:rPr lang="zh-TW" altLang="en-US" dirty="0">
                <a:latin typeface="微軟正黑體" panose="020B0604030504040204" pitchFamily="34" charset="-120"/>
              </a:rPr>
              <a:t>整理，</a:t>
            </a:r>
            <a:r>
              <a:rPr lang="en-US" altLang="zh-TW" dirty="0">
                <a:latin typeface="微軟正黑體" panose="020B0604030504040204" pitchFamily="34" charset="-120"/>
              </a:rPr>
              <a:t>2026/6</a:t>
            </a:r>
          </a:p>
        </p:txBody>
      </p:sp>
      <p:sp>
        <p:nvSpPr>
          <p:cNvPr id="6" name="文字方塊 5">
            <a:extLst>
              <a:ext uri="{FF2B5EF4-FFF2-40B4-BE49-F238E27FC236}">
                <a16:creationId xmlns:a16="http://schemas.microsoft.com/office/drawing/2014/main" xmlns="" id="{CDFA461C-1BEF-4F14-0BE3-59202583ABDD}"/>
              </a:ext>
            </a:extLst>
          </p:cNvPr>
          <p:cNvSpPr txBox="1"/>
          <p:nvPr/>
        </p:nvSpPr>
        <p:spPr>
          <a:xfrm>
            <a:off x="3044328" y="1303997"/>
            <a:ext cx="6103344" cy="430887"/>
          </a:xfrm>
          <a:prstGeom prst="rect">
            <a:avLst/>
          </a:prstGeom>
          <a:noFill/>
        </p:spPr>
        <p:txBody>
          <a:bodyPr wrap="square">
            <a:spAutoFit/>
          </a:bodyPr>
          <a:lstStyle/>
          <a:p>
            <a:pPr algn="ctr"/>
            <a:r>
              <a:rPr lang="zh-TW" altLang="en-US" sz="2200" b="1" dirty="0">
                <a:latin typeface="微軟正黑體" panose="020B0604030504040204" pitchFamily="34" charset="-120"/>
                <a:ea typeface="微軟正黑體" panose="020B0604030504040204" pitchFamily="34" charset="-120"/>
              </a:rPr>
              <a:t>麒麟凝聚態電池技術與規格一覽</a:t>
            </a:r>
            <a:endParaRPr lang="en-US" altLang="zh-TW" sz="2200" b="1" dirty="0">
              <a:latin typeface="微軟正黑體" panose="020B0604030504040204" pitchFamily="34" charset="-120"/>
              <a:ea typeface="微軟正黑體" panose="020B0604030504040204" pitchFamily="34" charset="-120"/>
            </a:endParaRPr>
          </a:p>
        </p:txBody>
      </p:sp>
      <p:sp>
        <p:nvSpPr>
          <p:cNvPr id="8" name="矩形 7">
            <a:extLst>
              <a:ext uri="{FF2B5EF4-FFF2-40B4-BE49-F238E27FC236}">
                <a16:creationId xmlns:a16="http://schemas.microsoft.com/office/drawing/2014/main" xmlns="" id="{76CA1947-870D-C6A8-9B11-D8BE3A985670}"/>
              </a:ext>
            </a:extLst>
          </p:cNvPr>
          <p:cNvSpPr/>
          <p:nvPr/>
        </p:nvSpPr>
        <p:spPr>
          <a:xfrm>
            <a:off x="316459" y="1766651"/>
            <a:ext cx="2788920" cy="960120"/>
          </a:xfrm>
          <a:prstGeom prst="rect">
            <a:avLst/>
          </a:prstGeom>
          <a:solidFill>
            <a:srgbClr val="00539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矩形 16">
            <a:extLst>
              <a:ext uri="{FF2B5EF4-FFF2-40B4-BE49-F238E27FC236}">
                <a16:creationId xmlns:a16="http://schemas.microsoft.com/office/drawing/2014/main" xmlns="" id="{91FC2DA7-C05C-C22A-92D7-176096E4A36A}"/>
              </a:ext>
            </a:extLst>
          </p:cNvPr>
          <p:cNvSpPr/>
          <p:nvPr/>
        </p:nvSpPr>
        <p:spPr>
          <a:xfrm>
            <a:off x="3242310" y="1766651"/>
            <a:ext cx="2788920" cy="960120"/>
          </a:xfrm>
          <a:prstGeom prst="rect">
            <a:avLst/>
          </a:prstGeom>
          <a:solidFill>
            <a:srgbClr val="00539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矩形 17">
            <a:extLst>
              <a:ext uri="{FF2B5EF4-FFF2-40B4-BE49-F238E27FC236}">
                <a16:creationId xmlns:a16="http://schemas.microsoft.com/office/drawing/2014/main" xmlns="" id="{FFB16B42-63FA-803B-E75D-1226BC9937CA}"/>
              </a:ext>
            </a:extLst>
          </p:cNvPr>
          <p:cNvSpPr/>
          <p:nvPr/>
        </p:nvSpPr>
        <p:spPr>
          <a:xfrm>
            <a:off x="6163892" y="1766651"/>
            <a:ext cx="2788920" cy="960120"/>
          </a:xfrm>
          <a:prstGeom prst="rect">
            <a:avLst/>
          </a:prstGeom>
          <a:solidFill>
            <a:srgbClr val="00539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矩形 18">
            <a:extLst>
              <a:ext uri="{FF2B5EF4-FFF2-40B4-BE49-F238E27FC236}">
                <a16:creationId xmlns:a16="http://schemas.microsoft.com/office/drawing/2014/main" xmlns="" id="{D9B4CD5A-796E-8590-0457-00BBB096FC94}"/>
              </a:ext>
            </a:extLst>
          </p:cNvPr>
          <p:cNvSpPr/>
          <p:nvPr/>
        </p:nvSpPr>
        <p:spPr>
          <a:xfrm>
            <a:off x="9089743" y="1766651"/>
            <a:ext cx="2788920" cy="960120"/>
          </a:xfrm>
          <a:prstGeom prst="rect">
            <a:avLst/>
          </a:prstGeom>
          <a:solidFill>
            <a:srgbClr val="00539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2" name="文字方塊 21">
            <a:extLst>
              <a:ext uri="{FF2B5EF4-FFF2-40B4-BE49-F238E27FC236}">
                <a16:creationId xmlns:a16="http://schemas.microsoft.com/office/drawing/2014/main" xmlns="" id="{C67F4522-8B4E-B222-9B33-A2BE9F312541}"/>
              </a:ext>
            </a:extLst>
          </p:cNvPr>
          <p:cNvSpPr txBox="1"/>
          <p:nvPr/>
        </p:nvSpPr>
        <p:spPr>
          <a:xfrm>
            <a:off x="835078" y="1783910"/>
            <a:ext cx="1751682" cy="400110"/>
          </a:xfrm>
          <a:prstGeom prst="rect">
            <a:avLst/>
          </a:prstGeom>
          <a:noFill/>
        </p:spPr>
        <p:txBody>
          <a:bodyPr wrap="square">
            <a:spAutoFit/>
          </a:bodyPr>
          <a:lstStyle/>
          <a:p>
            <a:pPr algn="ctr"/>
            <a:r>
              <a:rPr lang="zh-TW" altLang="en-US" sz="2000" b="1" dirty="0">
                <a:solidFill>
                  <a:schemeClr val="bg1"/>
                </a:solidFill>
                <a:latin typeface="微軟正黑體" panose="020B0604030504040204" pitchFamily="34" charset="-120"/>
                <a:ea typeface="微軟正黑體" panose="020B0604030504040204" pitchFamily="34" charset="-120"/>
              </a:rPr>
              <a:t>電芯能量密度</a:t>
            </a:r>
          </a:p>
        </p:txBody>
      </p:sp>
      <p:sp>
        <p:nvSpPr>
          <p:cNvPr id="24" name="文字方塊 23">
            <a:extLst>
              <a:ext uri="{FF2B5EF4-FFF2-40B4-BE49-F238E27FC236}">
                <a16:creationId xmlns:a16="http://schemas.microsoft.com/office/drawing/2014/main" xmlns="" id="{44BC24D5-412C-4BBB-35EA-CCF56B9A0DA2}"/>
              </a:ext>
            </a:extLst>
          </p:cNvPr>
          <p:cNvSpPr txBox="1"/>
          <p:nvPr/>
        </p:nvSpPr>
        <p:spPr>
          <a:xfrm>
            <a:off x="517792" y="2161103"/>
            <a:ext cx="2346593" cy="461665"/>
          </a:xfrm>
          <a:prstGeom prst="rect">
            <a:avLst/>
          </a:prstGeom>
          <a:noFill/>
        </p:spPr>
        <p:txBody>
          <a:bodyPr wrap="square">
            <a:spAutoFit/>
          </a:bodyPr>
          <a:lstStyle/>
          <a:p>
            <a:pPr algn="ctr"/>
            <a:r>
              <a:rPr lang="en-US" altLang="zh-TW" sz="2400" b="1" dirty="0">
                <a:solidFill>
                  <a:srgbClr val="FFFFFF"/>
                </a:solidFill>
                <a:latin typeface="微軟正黑體"/>
              </a:rPr>
              <a:t>350Wh/kg</a:t>
            </a:r>
          </a:p>
        </p:txBody>
      </p:sp>
      <p:sp>
        <p:nvSpPr>
          <p:cNvPr id="26" name="文字方塊 25">
            <a:extLst>
              <a:ext uri="{FF2B5EF4-FFF2-40B4-BE49-F238E27FC236}">
                <a16:creationId xmlns:a16="http://schemas.microsoft.com/office/drawing/2014/main" xmlns="" id="{247A7E47-1C75-007E-6F07-AA4B27205DC2}"/>
              </a:ext>
            </a:extLst>
          </p:cNvPr>
          <p:cNvSpPr txBox="1"/>
          <p:nvPr/>
        </p:nvSpPr>
        <p:spPr>
          <a:xfrm>
            <a:off x="3723698" y="1772893"/>
            <a:ext cx="1773718" cy="400110"/>
          </a:xfrm>
          <a:prstGeom prst="rect">
            <a:avLst/>
          </a:prstGeom>
          <a:noFill/>
        </p:spPr>
        <p:txBody>
          <a:bodyPr wrap="square">
            <a:spAutoFit/>
          </a:bodyPr>
          <a:lstStyle/>
          <a:p>
            <a:r>
              <a:rPr lang="zh-TW" altLang="en-US" sz="2000" b="1" dirty="0">
                <a:solidFill>
                  <a:schemeClr val="bg1"/>
                </a:solidFill>
                <a:latin typeface="微軟正黑體" panose="020B0604030504040204" pitchFamily="34" charset="-120"/>
                <a:ea typeface="微軟正黑體" panose="020B0604030504040204" pitchFamily="34" charset="-120"/>
              </a:rPr>
              <a:t>體積能量密度</a:t>
            </a:r>
          </a:p>
        </p:txBody>
      </p:sp>
      <p:sp>
        <p:nvSpPr>
          <p:cNvPr id="28" name="文字方塊 27">
            <a:extLst>
              <a:ext uri="{FF2B5EF4-FFF2-40B4-BE49-F238E27FC236}">
                <a16:creationId xmlns:a16="http://schemas.microsoft.com/office/drawing/2014/main" xmlns="" id="{C6C9723D-5B4F-14AC-376A-BC9E2E9B5D98}"/>
              </a:ext>
            </a:extLst>
          </p:cNvPr>
          <p:cNvSpPr txBox="1"/>
          <p:nvPr/>
        </p:nvSpPr>
        <p:spPr>
          <a:xfrm>
            <a:off x="3470312" y="2169847"/>
            <a:ext cx="2313543" cy="461665"/>
          </a:xfrm>
          <a:prstGeom prst="rect">
            <a:avLst/>
          </a:prstGeom>
          <a:noFill/>
        </p:spPr>
        <p:txBody>
          <a:bodyPr wrap="square">
            <a:spAutoFit/>
          </a:bodyPr>
          <a:lstStyle/>
          <a:p>
            <a:pPr algn="ctr"/>
            <a:r>
              <a:rPr lang="en-US" altLang="zh-TW" sz="2400" b="1" dirty="0">
                <a:solidFill>
                  <a:srgbClr val="FFFFFF"/>
                </a:solidFill>
                <a:latin typeface="微軟正黑體"/>
              </a:rPr>
              <a:t>760Wh/L</a:t>
            </a:r>
          </a:p>
        </p:txBody>
      </p:sp>
      <p:sp>
        <p:nvSpPr>
          <p:cNvPr id="30" name="文字方塊 29">
            <a:extLst>
              <a:ext uri="{FF2B5EF4-FFF2-40B4-BE49-F238E27FC236}">
                <a16:creationId xmlns:a16="http://schemas.microsoft.com/office/drawing/2014/main" xmlns="" id="{D6339680-CA26-DBF2-CEA7-D74D2DEE7E62}"/>
              </a:ext>
            </a:extLst>
          </p:cNvPr>
          <p:cNvSpPr txBox="1"/>
          <p:nvPr/>
        </p:nvSpPr>
        <p:spPr>
          <a:xfrm>
            <a:off x="6566049" y="1769737"/>
            <a:ext cx="2016088" cy="400110"/>
          </a:xfrm>
          <a:prstGeom prst="rect">
            <a:avLst/>
          </a:prstGeom>
          <a:noFill/>
        </p:spPr>
        <p:txBody>
          <a:bodyPr wrap="square">
            <a:spAutoFit/>
          </a:bodyPr>
          <a:lstStyle/>
          <a:p>
            <a:r>
              <a:rPr lang="zh-TW" altLang="en-US" sz="2000" b="1" dirty="0">
                <a:solidFill>
                  <a:schemeClr val="bg1"/>
                </a:solidFill>
                <a:latin typeface="微軟正黑體" panose="020B0604030504040204" pitchFamily="34" charset="-120"/>
                <a:ea typeface="微軟正黑體" panose="020B0604030504040204" pitchFamily="34" charset="-120"/>
              </a:rPr>
              <a:t>電池包重量控制</a:t>
            </a:r>
          </a:p>
        </p:txBody>
      </p:sp>
      <p:sp>
        <p:nvSpPr>
          <p:cNvPr id="33" name="文字方塊 32">
            <a:extLst>
              <a:ext uri="{FF2B5EF4-FFF2-40B4-BE49-F238E27FC236}">
                <a16:creationId xmlns:a16="http://schemas.microsoft.com/office/drawing/2014/main" xmlns="" id="{C5AF73C0-8139-44B6-9486-7FBFACB748AA}"/>
              </a:ext>
            </a:extLst>
          </p:cNvPr>
          <p:cNvSpPr txBox="1"/>
          <p:nvPr/>
        </p:nvSpPr>
        <p:spPr>
          <a:xfrm>
            <a:off x="6417321" y="2158562"/>
            <a:ext cx="2313543" cy="461665"/>
          </a:xfrm>
          <a:prstGeom prst="rect">
            <a:avLst/>
          </a:prstGeom>
          <a:noFill/>
        </p:spPr>
        <p:txBody>
          <a:bodyPr wrap="square">
            <a:spAutoFit/>
          </a:bodyPr>
          <a:lstStyle/>
          <a:p>
            <a:pPr algn="ctr"/>
            <a:r>
              <a:rPr lang="en-US" altLang="zh-TW" sz="2400" b="1" dirty="0">
                <a:solidFill>
                  <a:srgbClr val="FFFFFF"/>
                </a:solidFill>
                <a:latin typeface="微軟正黑體"/>
              </a:rPr>
              <a:t>650kg</a:t>
            </a:r>
          </a:p>
        </p:txBody>
      </p:sp>
      <p:sp>
        <p:nvSpPr>
          <p:cNvPr id="34" name="文字方塊 33">
            <a:extLst>
              <a:ext uri="{FF2B5EF4-FFF2-40B4-BE49-F238E27FC236}">
                <a16:creationId xmlns:a16="http://schemas.microsoft.com/office/drawing/2014/main" xmlns="" id="{CAF383F7-92BE-5B52-31A0-F6E7BBB29675}"/>
              </a:ext>
            </a:extLst>
          </p:cNvPr>
          <p:cNvSpPr txBox="1"/>
          <p:nvPr/>
        </p:nvSpPr>
        <p:spPr>
          <a:xfrm>
            <a:off x="9331195" y="1766651"/>
            <a:ext cx="2411323" cy="400110"/>
          </a:xfrm>
          <a:prstGeom prst="rect">
            <a:avLst/>
          </a:prstGeom>
          <a:noFill/>
        </p:spPr>
        <p:txBody>
          <a:bodyPr wrap="square">
            <a:spAutoFit/>
          </a:bodyPr>
          <a:lstStyle/>
          <a:p>
            <a:pPr algn="ctr"/>
            <a:r>
              <a:rPr lang="zh-TW" altLang="en-US" sz="2000" b="1" dirty="0">
                <a:solidFill>
                  <a:schemeClr val="bg1"/>
                </a:solidFill>
                <a:latin typeface="微軟正黑體" panose="020B0604030504040204" pitchFamily="34" charset="-120"/>
                <a:ea typeface="微軟正黑體" panose="020B0604030504040204" pitchFamily="34" charset="-120"/>
              </a:rPr>
              <a:t>高階轎車續航里程</a:t>
            </a:r>
          </a:p>
        </p:txBody>
      </p:sp>
      <p:sp>
        <p:nvSpPr>
          <p:cNvPr id="35" name="文字方塊 34">
            <a:extLst>
              <a:ext uri="{FF2B5EF4-FFF2-40B4-BE49-F238E27FC236}">
                <a16:creationId xmlns:a16="http://schemas.microsoft.com/office/drawing/2014/main" xmlns="" id="{DB79F5D1-28C4-6ABE-BC57-319CC92B8C39}"/>
              </a:ext>
            </a:extLst>
          </p:cNvPr>
          <p:cNvSpPr txBox="1"/>
          <p:nvPr/>
        </p:nvSpPr>
        <p:spPr>
          <a:xfrm>
            <a:off x="9331841" y="2155744"/>
            <a:ext cx="2313543" cy="461665"/>
          </a:xfrm>
          <a:prstGeom prst="rect">
            <a:avLst/>
          </a:prstGeom>
          <a:noFill/>
        </p:spPr>
        <p:txBody>
          <a:bodyPr wrap="square">
            <a:spAutoFit/>
          </a:bodyPr>
          <a:lstStyle/>
          <a:p>
            <a:pPr algn="ctr"/>
            <a:r>
              <a:rPr lang="en-US" altLang="zh-TW" sz="2400" b="1" dirty="0">
                <a:solidFill>
                  <a:srgbClr val="FFFFFF"/>
                </a:solidFill>
                <a:latin typeface="微軟正黑體"/>
              </a:rPr>
              <a:t>1,500km</a:t>
            </a:r>
          </a:p>
        </p:txBody>
      </p:sp>
      <p:sp>
        <p:nvSpPr>
          <p:cNvPr id="36" name="矩形 35">
            <a:extLst>
              <a:ext uri="{FF2B5EF4-FFF2-40B4-BE49-F238E27FC236}">
                <a16:creationId xmlns:a16="http://schemas.microsoft.com/office/drawing/2014/main" xmlns="" id="{362A94CC-95E7-8A11-762B-38AC8BDEDDC9}"/>
              </a:ext>
            </a:extLst>
          </p:cNvPr>
          <p:cNvSpPr/>
          <p:nvPr/>
        </p:nvSpPr>
        <p:spPr>
          <a:xfrm>
            <a:off x="316458" y="2836845"/>
            <a:ext cx="5714772" cy="43088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2200" b="1" dirty="0">
                <a:latin typeface="微軟正黑體" panose="020B0604030504040204" pitchFamily="34" charset="-120"/>
                <a:ea typeface="微軟正黑體" panose="020B0604030504040204" pitchFamily="34" charset="-120"/>
              </a:rPr>
              <a:t>技術突破項目</a:t>
            </a:r>
          </a:p>
        </p:txBody>
      </p:sp>
      <p:sp>
        <p:nvSpPr>
          <p:cNvPr id="37" name="矩形 36">
            <a:extLst>
              <a:ext uri="{FF2B5EF4-FFF2-40B4-BE49-F238E27FC236}">
                <a16:creationId xmlns:a16="http://schemas.microsoft.com/office/drawing/2014/main" xmlns="" id="{D06C403F-F728-FF9A-7537-7D41D2588669}"/>
              </a:ext>
            </a:extLst>
          </p:cNvPr>
          <p:cNvSpPr/>
          <p:nvPr/>
        </p:nvSpPr>
        <p:spPr>
          <a:xfrm>
            <a:off x="6160770" y="2837774"/>
            <a:ext cx="5714772" cy="43088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2200" b="1" dirty="0">
                <a:latin typeface="微軟正黑體" panose="020B0604030504040204" pitchFamily="34" charset="-120"/>
                <a:ea typeface="微軟正黑體" panose="020B0604030504040204" pitchFamily="34" charset="-120"/>
              </a:rPr>
              <a:t>應用與車主價值</a:t>
            </a:r>
          </a:p>
        </p:txBody>
      </p:sp>
      <p:sp>
        <p:nvSpPr>
          <p:cNvPr id="38" name="矩形 37">
            <a:extLst>
              <a:ext uri="{FF2B5EF4-FFF2-40B4-BE49-F238E27FC236}">
                <a16:creationId xmlns:a16="http://schemas.microsoft.com/office/drawing/2014/main" xmlns="" id="{5B383607-8F16-E97B-2496-88E58CEF8EAF}"/>
              </a:ext>
            </a:extLst>
          </p:cNvPr>
          <p:cNvSpPr/>
          <p:nvPr/>
        </p:nvSpPr>
        <p:spPr>
          <a:xfrm>
            <a:off x="6160770" y="3267732"/>
            <a:ext cx="5714772" cy="3099615"/>
          </a:xfrm>
          <a:prstGeom prst="rect">
            <a:avLst/>
          </a:prstGeom>
          <a:solidFill>
            <a:schemeClr val="accent1">
              <a:lumMod val="20000"/>
              <a:lumOff val="80000"/>
              <a:alpha val="50196"/>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9" name="矩形 38">
            <a:extLst>
              <a:ext uri="{FF2B5EF4-FFF2-40B4-BE49-F238E27FC236}">
                <a16:creationId xmlns:a16="http://schemas.microsoft.com/office/drawing/2014/main" xmlns="" id="{0FF3E457-6773-F48F-93FB-13709F9FA426}"/>
              </a:ext>
            </a:extLst>
          </p:cNvPr>
          <p:cNvSpPr/>
          <p:nvPr/>
        </p:nvSpPr>
        <p:spPr>
          <a:xfrm>
            <a:off x="316458" y="3263469"/>
            <a:ext cx="5714772" cy="3099615"/>
          </a:xfrm>
          <a:prstGeom prst="rect">
            <a:avLst/>
          </a:prstGeom>
          <a:solidFill>
            <a:schemeClr val="accent1">
              <a:lumMod val="20000"/>
              <a:lumOff val="80000"/>
              <a:alpha val="50196"/>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2" name="文字方塊 41">
            <a:extLst>
              <a:ext uri="{FF2B5EF4-FFF2-40B4-BE49-F238E27FC236}">
                <a16:creationId xmlns:a16="http://schemas.microsoft.com/office/drawing/2014/main" xmlns="" id="{E744C40D-D26C-11A5-668D-3C75EB008276}"/>
              </a:ext>
            </a:extLst>
          </p:cNvPr>
          <p:cNvSpPr txBox="1"/>
          <p:nvPr/>
        </p:nvSpPr>
        <p:spPr>
          <a:xfrm>
            <a:off x="391490" y="3340040"/>
            <a:ext cx="5769279" cy="2913618"/>
          </a:xfrm>
          <a:prstGeom prst="rect">
            <a:avLst/>
          </a:prstGeom>
          <a:noFill/>
        </p:spPr>
        <p:txBody>
          <a:bodyPr wrap="square">
            <a:spAutoFit/>
          </a:bodyPr>
          <a:lstStyle/>
          <a:p>
            <a:pPr marL="263525" indent="-263525">
              <a:spcBef>
                <a:spcPts val="200"/>
              </a:spcBef>
              <a:spcAft>
                <a:spcPts val="200"/>
              </a:spcAft>
              <a:buSzPct val="80000"/>
              <a:buFont typeface="Wingdings" panose="05000000000000000000" pitchFamily="2" charset="2"/>
              <a:buChar char="l"/>
            </a:pPr>
            <a:r>
              <a:rPr lang="zh-TW" altLang="en-US" sz="2000" b="1" dirty="0">
                <a:latin typeface="微軟正黑體" panose="020B0604030504040204" pitchFamily="34" charset="-120"/>
                <a:ea typeface="微軟正黑體" panose="020B0604030504040204" pitchFamily="34" charset="-120"/>
              </a:rPr>
              <a:t>航空級凝聚態技術下放至乘用車</a:t>
            </a:r>
            <a:endParaRPr lang="en-US" altLang="zh-TW" sz="2000" b="1" dirty="0">
              <a:latin typeface="微軟正黑體" panose="020B0604030504040204" pitchFamily="34" charset="-120"/>
              <a:ea typeface="微軟正黑體" panose="020B0604030504040204" pitchFamily="34" charset="-120"/>
            </a:endParaRPr>
          </a:p>
          <a:p>
            <a:pPr marL="631825" lvl="1" indent="-174625">
              <a:spcBef>
                <a:spcPts val="200"/>
              </a:spcBef>
              <a:spcAft>
                <a:spcPts val="200"/>
              </a:spcAft>
              <a:buSzPct val="80000"/>
              <a:buFont typeface="Wingdings" panose="05000000000000000000" pitchFamily="2" charset="2"/>
              <a:buChar char="Ø"/>
            </a:pP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由電動航空場景，延伸至高階乘用車應用。</a:t>
            </a:r>
            <a:endPar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263525" indent="-263525">
              <a:spcBef>
                <a:spcPts val="200"/>
              </a:spcBef>
              <a:spcAft>
                <a:spcPts val="200"/>
              </a:spcAft>
              <a:buSzPct val="80000"/>
              <a:buFont typeface="Wingdings" panose="05000000000000000000" pitchFamily="2" charset="2"/>
              <a:buChar char="l"/>
            </a:pPr>
            <a:r>
              <a:rPr lang="zh-TW" altLang="en-US" sz="2000" b="1" dirty="0">
                <a:latin typeface="微軟正黑體" panose="020B0604030504040204" pitchFamily="34" charset="-120"/>
                <a:ea typeface="微軟正黑體" panose="020B0604030504040204" pitchFamily="34" charset="-120"/>
              </a:rPr>
              <a:t>高鎳正極結合低膨脹矽負極</a:t>
            </a:r>
            <a:endParaRPr lang="en-US" altLang="zh-TW" sz="2000" b="1" dirty="0">
              <a:latin typeface="微軟正黑體" panose="020B0604030504040204" pitchFamily="34" charset="-120"/>
              <a:ea typeface="微軟正黑體" panose="020B0604030504040204" pitchFamily="34" charset="-120"/>
            </a:endParaRPr>
          </a:p>
          <a:p>
            <a:pPr marL="631825" lvl="1" indent="-174625">
              <a:spcBef>
                <a:spcPts val="200"/>
              </a:spcBef>
              <a:spcAft>
                <a:spcPts val="200"/>
              </a:spcAft>
              <a:buSzPct val="80000"/>
              <a:buFont typeface="Wingdings" panose="05000000000000000000" pitchFamily="2" charset="2"/>
              <a:buChar char="Ø"/>
            </a:pP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推升電芯能量密度至</a:t>
            </a:r>
            <a:r>
              <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rPr>
              <a:t>350Wh/kg</a:t>
            </a: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a:t>
            </a:r>
            <a:endPar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263525" indent="-263525">
              <a:spcBef>
                <a:spcPts val="200"/>
              </a:spcBef>
              <a:spcAft>
                <a:spcPts val="200"/>
              </a:spcAft>
              <a:buSzPct val="80000"/>
              <a:buFont typeface="Wingdings" panose="05000000000000000000" pitchFamily="2" charset="2"/>
              <a:buChar char="l"/>
            </a:pPr>
            <a:r>
              <a:rPr lang="zh-TW" altLang="en-US" sz="2000" b="1" dirty="0">
                <a:latin typeface="微軟正黑體" panose="020B0604030504040204" pitchFamily="34" charset="-120"/>
                <a:ea typeface="微軟正黑體" panose="020B0604030504040204" pitchFamily="34" charset="-120"/>
              </a:rPr>
              <a:t>鈦合金電池殼體與箱體</a:t>
            </a:r>
            <a:endParaRPr lang="en-US" altLang="zh-TW" sz="2000" b="1" dirty="0">
              <a:latin typeface="微軟正黑體" panose="020B0604030504040204" pitchFamily="34" charset="-120"/>
              <a:ea typeface="微軟正黑體" panose="020B0604030504040204" pitchFamily="34" charset="-120"/>
            </a:endParaRPr>
          </a:p>
          <a:p>
            <a:pPr marL="631825" lvl="1" indent="-174625">
              <a:spcBef>
                <a:spcPts val="200"/>
              </a:spcBef>
              <a:spcAft>
                <a:spcPts val="200"/>
              </a:spcAft>
              <a:buSzPct val="80000"/>
              <a:buFont typeface="Wingdings" panose="05000000000000000000" pitchFamily="2" charset="2"/>
              <a:buChar char="Ø"/>
            </a:pP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降低厚度</a:t>
            </a:r>
            <a:r>
              <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rPr>
              <a:t>60%</a:t>
            </a: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與重量</a:t>
            </a:r>
            <a:r>
              <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rPr>
              <a:t>30%</a:t>
            </a: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，兼顧結構強度。</a:t>
            </a:r>
            <a:endPar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263525" indent="-263525">
              <a:spcBef>
                <a:spcPts val="200"/>
              </a:spcBef>
              <a:spcAft>
                <a:spcPts val="200"/>
              </a:spcAft>
              <a:buSzPct val="80000"/>
              <a:buFont typeface="Wingdings" panose="05000000000000000000" pitchFamily="2" charset="2"/>
              <a:buChar char="l"/>
            </a:pPr>
            <a:r>
              <a:rPr lang="zh-TW" altLang="en-US" sz="2000" b="1" dirty="0">
                <a:latin typeface="微軟正黑體" panose="020B0604030504040204" pitchFamily="34" charset="-120"/>
                <a:ea typeface="微軟正黑體" panose="020B0604030504040204" pitchFamily="34" charset="-120"/>
              </a:rPr>
              <a:t>凝聚態電解質結合複合集流體</a:t>
            </a:r>
            <a:endParaRPr lang="en-US" altLang="zh-TW" sz="2000" b="1" dirty="0">
              <a:latin typeface="微軟正黑體" panose="020B0604030504040204" pitchFamily="34" charset="-120"/>
              <a:ea typeface="微軟正黑體" panose="020B0604030504040204" pitchFamily="34" charset="-120"/>
            </a:endParaRPr>
          </a:p>
          <a:p>
            <a:pPr marL="631825" lvl="1" indent="-174625">
              <a:spcBef>
                <a:spcPts val="200"/>
              </a:spcBef>
              <a:spcAft>
                <a:spcPts val="200"/>
              </a:spcAft>
              <a:buSzPct val="80000"/>
              <a:buFont typeface="Wingdings" panose="05000000000000000000" pitchFamily="2" charset="2"/>
              <a:buChar char="Ø"/>
            </a:pP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降低漏液、可燃性與內短路等風險。</a:t>
            </a:r>
          </a:p>
        </p:txBody>
      </p:sp>
      <p:sp>
        <p:nvSpPr>
          <p:cNvPr id="44" name="文字方塊 43">
            <a:extLst>
              <a:ext uri="{FF2B5EF4-FFF2-40B4-BE49-F238E27FC236}">
                <a16:creationId xmlns:a16="http://schemas.microsoft.com/office/drawing/2014/main" xmlns="" id="{654226EB-EDD9-2CD6-856B-DCF89F65A671}"/>
              </a:ext>
            </a:extLst>
          </p:cNvPr>
          <p:cNvSpPr txBox="1"/>
          <p:nvPr/>
        </p:nvSpPr>
        <p:spPr>
          <a:xfrm>
            <a:off x="6202348" y="3340040"/>
            <a:ext cx="5714772" cy="2998257"/>
          </a:xfrm>
          <a:prstGeom prst="rect">
            <a:avLst/>
          </a:prstGeom>
          <a:noFill/>
        </p:spPr>
        <p:txBody>
          <a:bodyPr wrap="square">
            <a:spAutoFit/>
          </a:bodyPr>
          <a:lstStyle/>
          <a:p>
            <a:pPr marL="222250" indent="-222250">
              <a:spcBef>
                <a:spcPts val="100"/>
              </a:spcBef>
              <a:spcAft>
                <a:spcPts val="100"/>
              </a:spcAft>
              <a:buSzPct val="80000"/>
              <a:buFont typeface="Wingdings" panose="05000000000000000000" pitchFamily="2" charset="2"/>
              <a:buChar char="l"/>
            </a:pPr>
            <a:r>
              <a:rPr lang="zh-TW" altLang="en-US" sz="2000" b="1" dirty="0">
                <a:latin typeface="微軟正黑體" panose="020B0604030504040204" pitchFamily="34" charset="-120"/>
                <a:ea typeface="微軟正黑體" panose="020B0604030504040204" pitchFamily="34" charset="-120"/>
              </a:rPr>
              <a:t>電池包重量控制在</a:t>
            </a:r>
            <a:r>
              <a:rPr lang="en-US" altLang="zh-TW" sz="2000" b="1" dirty="0">
                <a:latin typeface="微軟正黑體" panose="020B0604030504040204" pitchFamily="34" charset="-120"/>
                <a:ea typeface="微軟正黑體" panose="020B0604030504040204" pitchFamily="34" charset="-120"/>
              </a:rPr>
              <a:t>650</a:t>
            </a:r>
            <a:r>
              <a:rPr lang="zh-TW" altLang="en-US" sz="2000" b="1" dirty="0">
                <a:latin typeface="微軟正黑體" panose="020B0604030504040204" pitchFamily="34" charset="-120"/>
                <a:ea typeface="微軟正黑體" panose="020B0604030504040204" pitchFamily="34" charset="-120"/>
              </a:rPr>
              <a:t>公斤以內，兼顧長續航與輕量化。</a:t>
            </a:r>
          </a:p>
          <a:p>
            <a:pPr marL="222250" indent="-222250">
              <a:spcBef>
                <a:spcPts val="100"/>
              </a:spcBef>
              <a:spcAft>
                <a:spcPts val="100"/>
              </a:spcAft>
              <a:buSzPct val="80000"/>
              <a:buFont typeface="Wingdings" panose="05000000000000000000" pitchFamily="2" charset="2"/>
              <a:buChar char="l"/>
            </a:pPr>
            <a:endParaRPr lang="en-US" altLang="zh-TW" sz="2000" b="1" dirty="0">
              <a:latin typeface="微軟正黑體" panose="020B0604030504040204" pitchFamily="34" charset="-120"/>
              <a:ea typeface="微軟正黑體" panose="020B0604030504040204" pitchFamily="34" charset="-120"/>
            </a:endParaRPr>
          </a:p>
          <a:p>
            <a:pPr marL="222250" indent="-222250">
              <a:spcBef>
                <a:spcPts val="100"/>
              </a:spcBef>
              <a:spcAft>
                <a:spcPts val="100"/>
              </a:spcAft>
              <a:buSzPct val="80000"/>
              <a:buFont typeface="Wingdings" panose="05000000000000000000" pitchFamily="2" charset="2"/>
              <a:buChar char="l"/>
            </a:pPr>
            <a:r>
              <a:rPr lang="zh-TW" altLang="en-US" sz="2000" b="1" dirty="0">
                <a:latin typeface="微軟正黑體" panose="020B0604030504040204" pitchFamily="34" charset="-120"/>
                <a:ea typeface="微軟正黑體" panose="020B0604030504040204" pitchFamily="34" charset="-120"/>
              </a:rPr>
              <a:t>中大型轎車續航里程上看</a:t>
            </a:r>
            <a:r>
              <a:rPr lang="en-US" altLang="zh-TW" sz="2000" b="1" dirty="0">
                <a:latin typeface="微軟正黑體" panose="020B0604030504040204" pitchFamily="34" charset="-120"/>
                <a:ea typeface="微軟正黑體" panose="020B0604030504040204" pitchFamily="34" charset="-120"/>
              </a:rPr>
              <a:t>1,500</a:t>
            </a:r>
            <a:r>
              <a:rPr lang="zh-TW" altLang="en-US" sz="2000" b="1" dirty="0">
                <a:latin typeface="微軟正黑體" panose="020B0604030504040204" pitchFamily="34" charset="-120"/>
                <a:ea typeface="微軟正黑體" panose="020B0604030504040204" pitchFamily="34" charset="-120"/>
              </a:rPr>
              <a:t>公里。</a:t>
            </a:r>
            <a:endParaRPr lang="en-US" altLang="zh-TW" sz="2000" b="1" dirty="0">
              <a:latin typeface="微軟正黑體" panose="020B0604030504040204" pitchFamily="34" charset="-120"/>
              <a:ea typeface="微軟正黑體" panose="020B0604030504040204" pitchFamily="34" charset="-120"/>
            </a:endParaRPr>
          </a:p>
          <a:p>
            <a:pPr marL="222250" indent="-222250">
              <a:spcBef>
                <a:spcPts val="100"/>
              </a:spcBef>
              <a:spcAft>
                <a:spcPts val="100"/>
              </a:spcAft>
              <a:buSzPct val="80000"/>
              <a:buFont typeface="Wingdings" panose="05000000000000000000" pitchFamily="2" charset="2"/>
              <a:buChar char="l"/>
            </a:pPr>
            <a:endParaRPr lang="en-US" altLang="zh-TW" sz="2000" b="1" dirty="0">
              <a:latin typeface="微軟正黑體" panose="020B0604030504040204" pitchFamily="34" charset="-120"/>
              <a:ea typeface="微軟正黑體" panose="020B0604030504040204" pitchFamily="34" charset="-120"/>
            </a:endParaRPr>
          </a:p>
          <a:p>
            <a:pPr marL="222250" indent="-222250">
              <a:spcBef>
                <a:spcPts val="100"/>
              </a:spcBef>
              <a:spcAft>
                <a:spcPts val="100"/>
              </a:spcAft>
              <a:buSzPct val="80000"/>
              <a:buFont typeface="Wingdings" panose="05000000000000000000" pitchFamily="2" charset="2"/>
              <a:buChar char="l"/>
            </a:pPr>
            <a:r>
              <a:rPr lang="zh-TW" altLang="en-US" sz="2000" b="1" dirty="0">
                <a:latin typeface="微軟正黑體" panose="020B0604030504040204" pitchFamily="34" charset="-120"/>
                <a:ea typeface="微軟正黑體" panose="020B0604030504040204" pitchFamily="34" charset="-120"/>
              </a:rPr>
              <a:t>大三排、大六座</a:t>
            </a:r>
            <a:r>
              <a:rPr lang="en-US" altLang="zh-TW" sz="2000" b="1" dirty="0">
                <a:latin typeface="微軟正黑體" panose="020B0604030504040204" pitchFamily="34" charset="-120"/>
                <a:ea typeface="微軟正黑體" panose="020B0604030504040204" pitchFamily="34" charset="-120"/>
              </a:rPr>
              <a:t>SUV</a:t>
            </a:r>
            <a:r>
              <a:rPr lang="zh-TW" altLang="en-US" sz="2000" b="1" dirty="0">
                <a:latin typeface="微軟正黑體" panose="020B0604030504040204" pitchFamily="34" charset="-120"/>
                <a:ea typeface="微軟正黑體" panose="020B0604030504040204" pitchFamily="34" charset="-120"/>
              </a:rPr>
              <a:t>續航里程上看</a:t>
            </a:r>
            <a:r>
              <a:rPr lang="en-US" altLang="zh-TW" sz="2000" b="1" dirty="0">
                <a:latin typeface="微軟正黑體" panose="020B0604030504040204" pitchFamily="34" charset="-120"/>
                <a:ea typeface="微軟正黑體" panose="020B0604030504040204" pitchFamily="34" charset="-120"/>
              </a:rPr>
              <a:t>1,000</a:t>
            </a:r>
            <a:r>
              <a:rPr lang="zh-TW" altLang="en-US" sz="2000" b="1" dirty="0">
                <a:latin typeface="微軟正黑體" panose="020B0604030504040204" pitchFamily="34" charset="-120"/>
                <a:ea typeface="微軟正黑體" panose="020B0604030504040204" pitchFamily="34" charset="-120"/>
              </a:rPr>
              <a:t>公里。</a:t>
            </a:r>
            <a:endParaRPr lang="en-US" altLang="zh-TW" sz="2000" b="1" dirty="0">
              <a:latin typeface="微軟正黑體" panose="020B0604030504040204" pitchFamily="34" charset="-120"/>
              <a:ea typeface="微軟正黑體" panose="020B0604030504040204" pitchFamily="34" charset="-120"/>
            </a:endParaRPr>
          </a:p>
          <a:p>
            <a:pPr marL="222250" indent="-222250">
              <a:spcBef>
                <a:spcPts val="100"/>
              </a:spcBef>
              <a:spcAft>
                <a:spcPts val="100"/>
              </a:spcAft>
              <a:buSzPct val="80000"/>
              <a:buFont typeface="Wingdings" panose="05000000000000000000" pitchFamily="2" charset="2"/>
              <a:buChar char="l"/>
            </a:pPr>
            <a:endParaRPr lang="en-US" altLang="zh-TW" sz="2000" b="1" dirty="0">
              <a:latin typeface="微軟正黑體" panose="020B0604030504040204" pitchFamily="34" charset="-120"/>
              <a:ea typeface="微軟正黑體" panose="020B0604030504040204" pitchFamily="34" charset="-120"/>
            </a:endParaRPr>
          </a:p>
          <a:p>
            <a:pPr marL="222250" indent="-222250">
              <a:spcBef>
                <a:spcPts val="100"/>
              </a:spcBef>
              <a:spcAft>
                <a:spcPts val="100"/>
              </a:spcAft>
              <a:buSzPct val="80000"/>
              <a:buFont typeface="Wingdings" panose="05000000000000000000" pitchFamily="2" charset="2"/>
              <a:buChar char="l"/>
            </a:pPr>
            <a:r>
              <a:rPr lang="zh-TW" altLang="en-US" sz="2000" b="1" dirty="0">
                <a:latin typeface="微軟正黑體" panose="020B0604030504040204" pitchFamily="34" charset="-120"/>
                <a:ea typeface="微軟正黑體" panose="020B0604030504040204" pitchFamily="34" charset="-120"/>
              </a:rPr>
              <a:t>凝聚態電解質降低液態電解質安全風險。</a:t>
            </a:r>
            <a:endParaRPr lang="en-US" altLang="zh-TW" sz="2000" b="1" dirty="0">
              <a:latin typeface="微軟正黑體" panose="020B0604030504040204" pitchFamily="34" charset="-120"/>
              <a:ea typeface="微軟正黑體" panose="020B0604030504040204" pitchFamily="34" charset="-120"/>
            </a:endParaRPr>
          </a:p>
          <a:p>
            <a:endParaRPr lang="en-US" altLang="zh-TW" dirty="0"/>
          </a:p>
        </p:txBody>
      </p:sp>
    </p:spTree>
    <p:extLst>
      <p:ext uri="{BB962C8B-B14F-4D97-AF65-F5344CB8AC3E}">
        <p14:creationId xmlns:p14="http://schemas.microsoft.com/office/powerpoint/2010/main" val="32423872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37EA42F2-D9DF-E883-F27F-D3BB7E93A635}"/>
              </a:ext>
            </a:extLst>
          </p:cNvPr>
          <p:cNvSpPr>
            <a:spLocks noGrp="1"/>
          </p:cNvSpPr>
          <p:nvPr>
            <p:ph type="title"/>
          </p:nvPr>
        </p:nvSpPr>
        <p:spPr>
          <a:xfrm>
            <a:off x="641445" y="16310"/>
            <a:ext cx="11340000" cy="676866"/>
          </a:xfrm>
        </p:spPr>
        <p:txBody>
          <a:bodyPr/>
          <a:lstStyle/>
          <a:p>
            <a:r>
              <a:rPr lang="zh-TW" altLang="en-US" dirty="0"/>
              <a:t>逍遙第二代提升增程／</a:t>
            </a:r>
            <a:r>
              <a:rPr lang="en-US" altLang="zh-TW" dirty="0"/>
              <a:t>PHEV</a:t>
            </a:r>
            <a:r>
              <a:rPr lang="zh-TW" altLang="en-US" dirty="0"/>
              <a:t>純電續航</a:t>
            </a:r>
            <a:r>
              <a:rPr lang="en-US" altLang="zh-TW" dirty="0"/>
              <a:t/>
            </a:r>
            <a:br>
              <a:rPr lang="en-US" altLang="zh-TW" dirty="0"/>
            </a:br>
            <a:r>
              <a:rPr lang="zh-TW" altLang="en-US" dirty="0"/>
              <a:t>兼顧低電量輸出與安全防護</a:t>
            </a:r>
          </a:p>
        </p:txBody>
      </p:sp>
      <p:sp>
        <p:nvSpPr>
          <p:cNvPr id="4" name="文字版面配置區 3">
            <a:extLst>
              <a:ext uri="{FF2B5EF4-FFF2-40B4-BE49-F238E27FC236}">
                <a16:creationId xmlns:a16="http://schemas.microsoft.com/office/drawing/2014/main" xmlns="" id="{1FC007C0-ECDC-AD45-DB28-C30B8894C7BB}"/>
              </a:ext>
            </a:extLst>
          </p:cNvPr>
          <p:cNvSpPr>
            <a:spLocks noGrp="1"/>
          </p:cNvSpPr>
          <p:nvPr>
            <p:ph type="body" sz="quarter" idx="10"/>
          </p:nvPr>
        </p:nvSpPr>
        <p:spPr>
          <a:xfrm>
            <a:off x="383855" y="6460417"/>
            <a:ext cx="10800000" cy="347626"/>
          </a:xfrm>
        </p:spPr>
        <p:txBody>
          <a:bodyPr/>
          <a:lstStyle/>
          <a:p>
            <a:r>
              <a:rPr lang="zh-TW" altLang="en-US" dirty="0">
                <a:latin typeface="微軟正黑體" panose="020B0604030504040204" pitchFamily="34" charset="-120"/>
              </a:rPr>
              <a:t>資料來源：寧德時代，</a:t>
            </a:r>
            <a:r>
              <a:rPr lang="en-US" altLang="zh-TW" dirty="0">
                <a:latin typeface="微軟正黑體" panose="020B0604030504040204" pitchFamily="34" charset="-120"/>
              </a:rPr>
              <a:t>DIGITIMES</a:t>
            </a:r>
            <a:r>
              <a:rPr lang="zh-TW" altLang="en-US" dirty="0">
                <a:latin typeface="微軟正黑體" panose="020B0604030504040204" pitchFamily="34" charset="-120"/>
              </a:rPr>
              <a:t>整理，</a:t>
            </a:r>
            <a:r>
              <a:rPr lang="en-US" altLang="zh-TW" dirty="0">
                <a:latin typeface="微軟正黑體" panose="020B0604030504040204" pitchFamily="34" charset="-120"/>
              </a:rPr>
              <a:t>2026/6</a:t>
            </a:r>
          </a:p>
        </p:txBody>
      </p:sp>
      <p:sp>
        <p:nvSpPr>
          <p:cNvPr id="6" name="文字方塊 5">
            <a:extLst>
              <a:ext uri="{FF2B5EF4-FFF2-40B4-BE49-F238E27FC236}">
                <a16:creationId xmlns:a16="http://schemas.microsoft.com/office/drawing/2014/main" xmlns="" id="{6502E29D-8558-2EE7-2A7F-79192AFEA096}"/>
              </a:ext>
            </a:extLst>
          </p:cNvPr>
          <p:cNvSpPr txBox="1"/>
          <p:nvPr/>
        </p:nvSpPr>
        <p:spPr>
          <a:xfrm>
            <a:off x="3046142" y="1107424"/>
            <a:ext cx="6099716" cy="430887"/>
          </a:xfrm>
          <a:prstGeom prst="rect">
            <a:avLst/>
          </a:prstGeom>
          <a:noFill/>
        </p:spPr>
        <p:txBody>
          <a:bodyPr wrap="square">
            <a:spAutoFit/>
          </a:bodyPr>
          <a:lstStyle/>
          <a:p>
            <a:pPr algn="ctr"/>
            <a:r>
              <a:rPr lang="zh-TW" altLang="en-US" sz="2200" b="1" dirty="0">
                <a:latin typeface="微軟正黑體" panose="020B0604030504040204" pitchFamily="34" charset="-120"/>
                <a:ea typeface="微軟正黑體" panose="020B0604030504040204" pitchFamily="34" charset="-120"/>
              </a:rPr>
              <a:t>逍遙第二代增程／</a:t>
            </a:r>
            <a:r>
              <a:rPr lang="en-US" altLang="zh-TW" sz="2200" b="1" dirty="0">
                <a:latin typeface="微軟正黑體" panose="020B0604030504040204" pitchFamily="34" charset="-120"/>
                <a:ea typeface="微軟正黑體" panose="020B0604030504040204" pitchFamily="34" charset="-120"/>
              </a:rPr>
              <a:t>PHEV</a:t>
            </a:r>
            <a:r>
              <a:rPr lang="zh-TW" altLang="en-US" sz="2200" b="1" dirty="0">
                <a:latin typeface="微軟正黑體" panose="020B0604030504040204" pitchFamily="34" charset="-120"/>
                <a:ea typeface="微軟正黑體" panose="020B0604030504040204" pitchFamily="34" charset="-120"/>
              </a:rPr>
              <a:t>電池技術與規格一覽</a:t>
            </a:r>
          </a:p>
        </p:txBody>
      </p:sp>
      <p:sp>
        <p:nvSpPr>
          <p:cNvPr id="7" name="矩形 6">
            <a:extLst>
              <a:ext uri="{FF2B5EF4-FFF2-40B4-BE49-F238E27FC236}">
                <a16:creationId xmlns:a16="http://schemas.microsoft.com/office/drawing/2014/main" xmlns="" id="{5303148C-7024-98C0-6BF8-E920C7DBA83F}"/>
              </a:ext>
            </a:extLst>
          </p:cNvPr>
          <p:cNvSpPr/>
          <p:nvPr/>
        </p:nvSpPr>
        <p:spPr>
          <a:xfrm>
            <a:off x="316459" y="1499027"/>
            <a:ext cx="2788920" cy="960120"/>
          </a:xfrm>
          <a:prstGeom prst="rect">
            <a:avLst/>
          </a:prstGeom>
          <a:solidFill>
            <a:srgbClr val="00539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矩形 7">
            <a:extLst>
              <a:ext uri="{FF2B5EF4-FFF2-40B4-BE49-F238E27FC236}">
                <a16:creationId xmlns:a16="http://schemas.microsoft.com/office/drawing/2014/main" xmlns="" id="{73E10DF1-AD62-7509-B232-6129EEB35EDF}"/>
              </a:ext>
            </a:extLst>
          </p:cNvPr>
          <p:cNvSpPr/>
          <p:nvPr/>
        </p:nvSpPr>
        <p:spPr>
          <a:xfrm>
            <a:off x="3242310" y="1499027"/>
            <a:ext cx="2788920" cy="960120"/>
          </a:xfrm>
          <a:prstGeom prst="rect">
            <a:avLst/>
          </a:prstGeom>
          <a:solidFill>
            <a:srgbClr val="00539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矩形 8">
            <a:extLst>
              <a:ext uri="{FF2B5EF4-FFF2-40B4-BE49-F238E27FC236}">
                <a16:creationId xmlns:a16="http://schemas.microsoft.com/office/drawing/2014/main" xmlns="" id="{1F4472C2-122B-6707-AB81-A35C18F1DCB6}"/>
              </a:ext>
            </a:extLst>
          </p:cNvPr>
          <p:cNvSpPr/>
          <p:nvPr/>
        </p:nvSpPr>
        <p:spPr>
          <a:xfrm>
            <a:off x="6163892" y="1499027"/>
            <a:ext cx="2788920" cy="960120"/>
          </a:xfrm>
          <a:prstGeom prst="rect">
            <a:avLst/>
          </a:prstGeom>
          <a:solidFill>
            <a:srgbClr val="00539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矩形 9">
            <a:extLst>
              <a:ext uri="{FF2B5EF4-FFF2-40B4-BE49-F238E27FC236}">
                <a16:creationId xmlns:a16="http://schemas.microsoft.com/office/drawing/2014/main" xmlns="" id="{1CE4986D-32AA-DC97-F2D6-AC4063A0EE0B}"/>
              </a:ext>
            </a:extLst>
          </p:cNvPr>
          <p:cNvSpPr/>
          <p:nvPr/>
        </p:nvSpPr>
        <p:spPr>
          <a:xfrm>
            <a:off x="9089743" y="1499027"/>
            <a:ext cx="2788920" cy="960120"/>
          </a:xfrm>
          <a:prstGeom prst="rect">
            <a:avLst/>
          </a:prstGeom>
          <a:solidFill>
            <a:srgbClr val="00539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文字方塊 10">
            <a:extLst>
              <a:ext uri="{FF2B5EF4-FFF2-40B4-BE49-F238E27FC236}">
                <a16:creationId xmlns:a16="http://schemas.microsoft.com/office/drawing/2014/main" xmlns="" id="{CC7D57F7-3B46-5AD3-2C62-E95D8E9BF4FC}"/>
              </a:ext>
            </a:extLst>
          </p:cNvPr>
          <p:cNvSpPr txBox="1"/>
          <p:nvPr/>
        </p:nvSpPr>
        <p:spPr>
          <a:xfrm>
            <a:off x="533997" y="1516286"/>
            <a:ext cx="2310098" cy="400110"/>
          </a:xfrm>
          <a:prstGeom prst="rect">
            <a:avLst/>
          </a:prstGeom>
          <a:noFill/>
        </p:spPr>
        <p:txBody>
          <a:bodyPr wrap="square">
            <a:spAutoFit/>
          </a:bodyPr>
          <a:lstStyle/>
          <a:p>
            <a:pPr algn="ctr"/>
            <a:r>
              <a:rPr lang="zh-TW" altLang="en-US" sz="2000" b="1" dirty="0">
                <a:solidFill>
                  <a:schemeClr val="bg1"/>
                </a:solidFill>
                <a:latin typeface="微軟正黑體" panose="020B0604030504040204" pitchFamily="34" charset="-120"/>
                <a:ea typeface="微軟正黑體" panose="020B0604030504040204" pitchFamily="34" charset="-120"/>
              </a:rPr>
              <a:t>高階版本純電續航</a:t>
            </a:r>
          </a:p>
        </p:txBody>
      </p:sp>
      <p:sp>
        <p:nvSpPr>
          <p:cNvPr id="12" name="文字方塊 11">
            <a:extLst>
              <a:ext uri="{FF2B5EF4-FFF2-40B4-BE49-F238E27FC236}">
                <a16:creationId xmlns:a16="http://schemas.microsoft.com/office/drawing/2014/main" xmlns="" id="{3DE8FD1F-10A5-482A-5D02-6674AFC04B5E}"/>
              </a:ext>
            </a:extLst>
          </p:cNvPr>
          <p:cNvSpPr txBox="1"/>
          <p:nvPr/>
        </p:nvSpPr>
        <p:spPr>
          <a:xfrm>
            <a:off x="517792" y="1893479"/>
            <a:ext cx="2346593" cy="461665"/>
          </a:xfrm>
          <a:prstGeom prst="rect">
            <a:avLst/>
          </a:prstGeom>
          <a:noFill/>
        </p:spPr>
        <p:txBody>
          <a:bodyPr wrap="square">
            <a:spAutoFit/>
          </a:bodyPr>
          <a:lstStyle/>
          <a:p>
            <a:pPr algn="ctr"/>
            <a:r>
              <a:rPr lang="en-US" altLang="zh-TW" sz="2400" b="1" dirty="0">
                <a:solidFill>
                  <a:srgbClr val="FFFFFF"/>
                </a:solidFill>
                <a:latin typeface="微軟正黑體"/>
              </a:rPr>
              <a:t>600km</a:t>
            </a:r>
          </a:p>
        </p:txBody>
      </p:sp>
      <p:sp>
        <p:nvSpPr>
          <p:cNvPr id="13" name="文字方塊 12">
            <a:extLst>
              <a:ext uri="{FF2B5EF4-FFF2-40B4-BE49-F238E27FC236}">
                <a16:creationId xmlns:a16="http://schemas.microsoft.com/office/drawing/2014/main" xmlns="" id="{1E693AA3-CCAA-46D2-DF8F-1F1207249549}"/>
              </a:ext>
            </a:extLst>
          </p:cNvPr>
          <p:cNvSpPr txBox="1"/>
          <p:nvPr/>
        </p:nvSpPr>
        <p:spPr>
          <a:xfrm>
            <a:off x="3723698" y="1505269"/>
            <a:ext cx="1773718" cy="400110"/>
          </a:xfrm>
          <a:prstGeom prst="rect">
            <a:avLst/>
          </a:prstGeom>
          <a:noFill/>
        </p:spPr>
        <p:txBody>
          <a:bodyPr wrap="square">
            <a:spAutoFit/>
          </a:bodyPr>
          <a:lstStyle/>
          <a:p>
            <a:pPr algn="ctr"/>
            <a:r>
              <a:rPr lang="zh-TW" altLang="en-US" sz="2000" b="1" dirty="0">
                <a:solidFill>
                  <a:schemeClr val="bg1"/>
                </a:solidFill>
                <a:latin typeface="微軟正黑體" panose="020B0604030504040204" pitchFamily="34" charset="-120"/>
                <a:ea typeface="微軟正黑體" panose="020B0604030504040204" pitchFamily="34" charset="-120"/>
              </a:rPr>
              <a:t>綜合續航</a:t>
            </a:r>
          </a:p>
        </p:txBody>
      </p:sp>
      <p:sp>
        <p:nvSpPr>
          <p:cNvPr id="14" name="文字方塊 13">
            <a:extLst>
              <a:ext uri="{FF2B5EF4-FFF2-40B4-BE49-F238E27FC236}">
                <a16:creationId xmlns:a16="http://schemas.microsoft.com/office/drawing/2014/main" xmlns="" id="{16531D94-9AE2-F917-E0BE-A257299F89D7}"/>
              </a:ext>
            </a:extLst>
          </p:cNvPr>
          <p:cNvSpPr txBox="1"/>
          <p:nvPr/>
        </p:nvSpPr>
        <p:spPr>
          <a:xfrm>
            <a:off x="3470312" y="1902223"/>
            <a:ext cx="2313543" cy="461665"/>
          </a:xfrm>
          <a:prstGeom prst="rect">
            <a:avLst/>
          </a:prstGeom>
          <a:noFill/>
        </p:spPr>
        <p:txBody>
          <a:bodyPr wrap="square">
            <a:spAutoFit/>
          </a:bodyPr>
          <a:lstStyle/>
          <a:p>
            <a:pPr algn="ctr"/>
            <a:r>
              <a:rPr lang="en-US" altLang="zh-TW" sz="2400" b="1" dirty="0">
                <a:solidFill>
                  <a:srgbClr val="FFFFFF"/>
                </a:solidFill>
                <a:latin typeface="微軟正黑體"/>
              </a:rPr>
              <a:t>2,000km</a:t>
            </a:r>
          </a:p>
        </p:txBody>
      </p:sp>
      <p:sp>
        <p:nvSpPr>
          <p:cNvPr id="15" name="文字方塊 14">
            <a:extLst>
              <a:ext uri="{FF2B5EF4-FFF2-40B4-BE49-F238E27FC236}">
                <a16:creationId xmlns:a16="http://schemas.microsoft.com/office/drawing/2014/main" xmlns="" id="{A3318580-80EB-F4BF-5518-216C9A2DD367}"/>
              </a:ext>
            </a:extLst>
          </p:cNvPr>
          <p:cNvSpPr txBox="1"/>
          <p:nvPr/>
        </p:nvSpPr>
        <p:spPr>
          <a:xfrm>
            <a:off x="6320187" y="1502113"/>
            <a:ext cx="2672422" cy="400110"/>
          </a:xfrm>
          <a:prstGeom prst="rect">
            <a:avLst/>
          </a:prstGeom>
          <a:noFill/>
        </p:spPr>
        <p:txBody>
          <a:bodyPr wrap="square">
            <a:spAutoFit/>
          </a:bodyPr>
          <a:lstStyle/>
          <a:p>
            <a:r>
              <a:rPr lang="en-US" altLang="zh-TW" sz="2000" b="1" dirty="0">
                <a:solidFill>
                  <a:schemeClr val="bg1"/>
                </a:solidFill>
                <a:latin typeface="微軟正黑體" panose="020B0604030504040204" pitchFamily="34" charset="-120"/>
                <a:ea typeface="微軟正黑體" panose="020B0604030504040204" pitchFamily="34" charset="-120"/>
              </a:rPr>
              <a:t>20% SOC</a:t>
            </a:r>
            <a:r>
              <a:rPr lang="zh-TW" altLang="en-US" sz="2000" b="1" dirty="0">
                <a:solidFill>
                  <a:schemeClr val="bg1"/>
                </a:solidFill>
                <a:latin typeface="微軟正黑體" panose="020B0604030504040204" pitchFamily="34" charset="-120"/>
                <a:ea typeface="微軟正黑體" panose="020B0604030504040204" pitchFamily="34" charset="-120"/>
              </a:rPr>
              <a:t>低電量輸出</a:t>
            </a:r>
          </a:p>
        </p:txBody>
      </p:sp>
      <p:sp>
        <p:nvSpPr>
          <p:cNvPr id="16" name="文字方塊 15">
            <a:extLst>
              <a:ext uri="{FF2B5EF4-FFF2-40B4-BE49-F238E27FC236}">
                <a16:creationId xmlns:a16="http://schemas.microsoft.com/office/drawing/2014/main" xmlns="" id="{F9598F67-EDCC-CF14-05DB-6470CB68C689}"/>
              </a:ext>
            </a:extLst>
          </p:cNvPr>
          <p:cNvSpPr txBox="1"/>
          <p:nvPr/>
        </p:nvSpPr>
        <p:spPr>
          <a:xfrm>
            <a:off x="6417321" y="1890938"/>
            <a:ext cx="2313543" cy="461665"/>
          </a:xfrm>
          <a:prstGeom prst="rect">
            <a:avLst/>
          </a:prstGeom>
          <a:noFill/>
        </p:spPr>
        <p:txBody>
          <a:bodyPr wrap="square">
            <a:spAutoFit/>
          </a:bodyPr>
          <a:lstStyle/>
          <a:p>
            <a:pPr algn="ctr"/>
            <a:r>
              <a:rPr lang="en-US" altLang="zh-TW" sz="2400" b="1" dirty="0">
                <a:solidFill>
                  <a:srgbClr val="FFFFFF"/>
                </a:solidFill>
                <a:latin typeface="微軟正黑體"/>
              </a:rPr>
              <a:t>1.2MW</a:t>
            </a:r>
          </a:p>
        </p:txBody>
      </p:sp>
      <p:sp>
        <p:nvSpPr>
          <p:cNvPr id="17" name="文字方塊 16">
            <a:extLst>
              <a:ext uri="{FF2B5EF4-FFF2-40B4-BE49-F238E27FC236}">
                <a16:creationId xmlns:a16="http://schemas.microsoft.com/office/drawing/2014/main" xmlns="" id="{BABA0748-8FBF-655E-B1C9-16C294DF80E4}"/>
              </a:ext>
            </a:extLst>
          </p:cNvPr>
          <p:cNvSpPr txBox="1"/>
          <p:nvPr/>
        </p:nvSpPr>
        <p:spPr>
          <a:xfrm>
            <a:off x="9331195" y="1499027"/>
            <a:ext cx="2411323" cy="400110"/>
          </a:xfrm>
          <a:prstGeom prst="rect">
            <a:avLst/>
          </a:prstGeom>
          <a:noFill/>
        </p:spPr>
        <p:txBody>
          <a:bodyPr wrap="square">
            <a:spAutoFit/>
          </a:bodyPr>
          <a:lstStyle/>
          <a:p>
            <a:pPr algn="ctr"/>
            <a:r>
              <a:rPr lang="zh-TW" altLang="en-US" sz="2000" b="1" dirty="0">
                <a:solidFill>
                  <a:schemeClr val="bg1"/>
                </a:solidFill>
                <a:latin typeface="微軟正黑體" panose="020B0604030504040204" pitchFamily="34" charset="-120"/>
                <a:ea typeface="微軟正黑體" panose="020B0604030504040204" pitchFamily="34" charset="-120"/>
              </a:rPr>
              <a:t>密封防水能力</a:t>
            </a:r>
          </a:p>
        </p:txBody>
      </p:sp>
      <p:sp>
        <p:nvSpPr>
          <p:cNvPr id="18" name="文字方塊 17">
            <a:extLst>
              <a:ext uri="{FF2B5EF4-FFF2-40B4-BE49-F238E27FC236}">
                <a16:creationId xmlns:a16="http://schemas.microsoft.com/office/drawing/2014/main" xmlns="" id="{B73A123B-5D3B-E850-28C1-AE5769838885}"/>
              </a:ext>
            </a:extLst>
          </p:cNvPr>
          <p:cNvSpPr txBox="1"/>
          <p:nvPr/>
        </p:nvSpPr>
        <p:spPr>
          <a:xfrm>
            <a:off x="9242633" y="1888120"/>
            <a:ext cx="2543700" cy="461665"/>
          </a:xfrm>
          <a:prstGeom prst="rect">
            <a:avLst/>
          </a:prstGeom>
          <a:noFill/>
        </p:spPr>
        <p:txBody>
          <a:bodyPr wrap="square">
            <a:spAutoFit/>
          </a:bodyPr>
          <a:lstStyle/>
          <a:p>
            <a:pPr algn="ctr"/>
            <a:r>
              <a:rPr lang="en-US" altLang="zh-TW" sz="2400" b="1" dirty="0">
                <a:solidFill>
                  <a:srgbClr val="FFFFFF"/>
                </a:solidFill>
                <a:latin typeface="微軟正黑體" panose="020B0604030504040204" pitchFamily="34" charset="-120"/>
                <a:ea typeface="微軟正黑體" panose="020B0604030504040204" pitchFamily="34" charset="-120"/>
              </a:rPr>
              <a:t>2</a:t>
            </a:r>
            <a:r>
              <a:rPr lang="zh-TW" altLang="en-US" sz="2400" b="1" dirty="0">
                <a:solidFill>
                  <a:srgbClr val="FFFFFF"/>
                </a:solidFill>
                <a:latin typeface="微軟正黑體" panose="020B0604030504040204" pitchFamily="34" charset="-120"/>
                <a:ea typeface="微軟正黑體" panose="020B0604030504040204" pitchFamily="34" charset="-120"/>
              </a:rPr>
              <a:t>公尺／</a:t>
            </a:r>
            <a:r>
              <a:rPr lang="en-US" altLang="zh-TW" sz="2400" b="1" dirty="0">
                <a:solidFill>
                  <a:srgbClr val="FFFFFF"/>
                </a:solidFill>
                <a:latin typeface="微軟正黑體" panose="020B0604030504040204" pitchFamily="34" charset="-120"/>
                <a:ea typeface="微軟正黑體" panose="020B0604030504040204" pitchFamily="34" charset="-120"/>
              </a:rPr>
              <a:t>200</a:t>
            </a:r>
            <a:r>
              <a:rPr lang="zh-TW" altLang="en-US" sz="2400" b="1" dirty="0">
                <a:solidFill>
                  <a:srgbClr val="FFFFFF"/>
                </a:solidFill>
                <a:latin typeface="微軟正黑體" panose="020B0604030504040204" pitchFamily="34" charset="-120"/>
                <a:ea typeface="微軟正黑體" panose="020B0604030504040204" pitchFamily="34" charset="-120"/>
              </a:rPr>
              <a:t>小時</a:t>
            </a:r>
            <a:endParaRPr lang="en-US" altLang="zh-TW" sz="2400" b="1" dirty="0">
              <a:solidFill>
                <a:srgbClr val="FFFFFF"/>
              </a:solidFill>
              <a:latin typeface="微軟正黑體" panose="020B0604030504040204" pitchFamily="34" charset="-120"/>
              <a:ea typeface="微軟正黑體" panose="020B0604030504040204" pitchFamily="34" charset="-120"/>
            </a:endParaRPr>
          </a:p>
        </p:txBody>
      </p:sp>
      <p:sp>
        <p:nvSpPr>
          <p:cNvPr id="19" name="矩形 18">
            <a:extLst>
              <a:ext uri="{FF2B5EF4-FFF2-40B4-BE49-F238E27FC236}">
                <a16:creationId xmlns:a16="http://schemas.microsoft.com/office/drawing/2014/main" xmlns="" id="{F1D25B82-6471-6750-9C5A-AADA84D8FC29}"/>
              </a:ext>
            </a:extLst>
          </p:cNvPr>
          <p:cNvSpPr/>
          <p:nvPr/>
        </p:nvSpPr>
        <p:spPr>
          <a:xfrm>
            <a:off x="316458" y="2524618"/>
            <a:ext cx="5714772" cy="363332"/>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2200" b="1" dirty="0">
                <a:latin typeface="微軟正黑體" panose="020B0604030504040204" pitchFamily="34" charset="-120"/>
                <a:ea typeface="微軟正黑體" panose="020B0604030504040204" pitchFamily="34" charset="-120"/>
              </a:rPr>
              <a:t>技術突破項目</a:t>
            </a:r>
          </a:p>
        </p:txBody>
      </p:sp>
      <p:sp>
        <p:nvSpPr>
          <p:cNvPr id="20" name="矩形 19">
            <a:extLst>
              <a:ext uri="{FF2B5EF4-FFF2-40B4-BE49-F238E27FC236}">
                <a16:creationId xmlns:a16="http://schemas.microsoft.com/office/drawing/2014/main" xmlns="" id="{D5B54585-1451-A8EC-38E2-712F4EBFBB93}"/>
              </a:ext>
            </a:extLst>
          </p:cNvPr>
          <p:cNvSpPr/>
          <p:nvPr/>
        </p:nvSpPr>
        <p:spPr>
          <a:xfrm>
            <a:off x="6160770" y="2525546"/>
            <a:ext cx="5714772" cy="43088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2200" b="1" dirty="0">
                <a:latin typeface="微軟正黑體" panose="020B0604030504040204" pitchFamily="34" charset="-120"/>
                <a:ea typeface="微軟正黑體" panose="020B0604030504040204" pitchFamily="34" charset="-120"/>
              </a:rPr>
              <a:t>應用與車主價值</a:t>
            </a:r>
          </a:p>
        </p:txBody>
      </p:sp>
      <p:sp>
        <p:nvSpPr>
          <p:cNvPr id="21" name="矩形 20">
            <a:extLst>
              <a:ext uri="{FF2B5EF4-FFF2-40B4-BE49-F238E27FC236}">
                <a16:creationId xmlns:a16="http://schemas.microsoft.com/office/drawing/2014/main" xmlns="" id="{88BDB023-38D5-7DA7-F6D8-26762D5DB9B8}"/>
              </a:ext>
            </a:extLst>
          </p:cNvPr>
          <p:cNvSpPr/>
          <p:nvPr/>
        </p:nvSpPr>
        <p:spPr>
          <a:xfrm>
            <a:off x="6160770" y="2955504"/>
            <a:ext cx="5714772" cy="3504913"/>
          </a:xfrm>
          <a:prstGeom prst="rect">
            <a:avLst/>
          </a:prstGeom>
          <a:solidFill>
            <a:schemeClr val="accent1">
              <a:lumMod val="20000"/>
              <a:lumOff val="80000"/>
              <a:alpha val="50196"/>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2" name="矩形 21">
            <a:extLst>
              <a:ext uri="{FF2B5EF4-FFF2-40B4-BE49-F238E27FC236}">
                <a16:creationId xmlns:a16="http://schemas.microsoft.com/office/drawing/2014/main" xmlns="" id="{375E7526-8EDC-CAB8-0CAE-9819A51FD4E0}"/>
              </a:ext>
            </a:extLst>
          </p:cNvPr>
          <p:cNvSpPr/>
          <p:nvPr/>
        </p:nvSpPr>
        <p:spPr>
          <a:xfrm>
            <a:off x="316458" y="2895485"/>
            <a:ext cx="5714772" cy="3557395"/>
          </a:xfrm>
          <a:prstGeom prst="rect">
            <a:avLst/>
          </a:prstGeom>
          <a:solidFill>
            <a:schemeClr val="accent1">
              <a:lumMod val="20000"/>
              <a:lumOff val="80000"/>
              <a:alpha val="50196"/>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文字方塊 22">
            <a:extLst>
              <a:ext uri="{FF2B5EF4-FFF2-40B4-BE49-F238E27FC236}">
                <a16:creationId xmlns:a16="http://schemas.microsoft.com/office/drawing/2014/main" xmlns="" id="{2A1D08C6-D667-4D7D-5B0B-74AE5FFCDD84}"/>
              </a:ext>
            </a:extLst>
          </p:cNvPr>
          <p:cNvSpPr txBox="1"/>
          <p:nvPr/>
        </p:nvSpPr>
        <p:spPr>
          <a:xfrm>
            <a:off x="327612" y="2940090"/>
            <a:ext cx="5745196" cy="3516347"/>
          </a:xfrm>
          <a:prstGeom prst="rect">
            <a:avLst/>
          </a:prstGeom>
          <a:noFill/>
        </p:spPr>
        <p:txBody>
          <a:bodyPr wrap="square">
            <a:spAutoFit/>
          </a:bodyPr>
          <a:lstStyle/>
          <a:p>
            <a:pPr marL="263525" indent="-263525">
              <a:spcBef>
                <a:spcPts val="200"/>
              </a:spcBef>
              <a:spcAft>
                <a:spcPts val="100"/>
              </a:spcAft>
              <a:buSzPct val="80000"/>
              <a:buFont typeface="Wingdings" panose="05000000000000000000" pitchFamily="2" charset="2"/>
              <a:buChar char="l"/>
            </a:pPr>
            <a:r>
              <a:rPr lang="en-US" altLang="zh-TW" sz="2000" b="1" dirty="0">
                <a:latin typeface="微軟正黑體" panose="020B0604030504040204" pitchFamily="34" charset="-120"/>
                <a:ea typeface="微軟正黑體" panose="020B0604030504040204" pitchFamily="34" charset="-120"/>
              </a:rPr>
              <a:t>LFP</a:t>
            </a:r>
            <a:r>
              <a:rPr lang="zh-TW" altLang="en-US" sz="2000" b="1" dirty="0">
                <a:latin typeface="微軟正黑體" panose="020B0604030504040204" pitchFamily="34" charset="-120"/>
                <a:ea typeface="微軟正黑體" panose="020B0604030504040204" pitchFamily="34" charset="-120"/>
              </a:rPr>
              <a:t>版本達</a:t>
            </a:r>
            <a:r>
              <a:rPr lang="en-US" altLang="zh-TW" sz="2000" b="1" dirty="0">
                <a:latin typeface="微軟正黑體" panose="020B0604030504040204" pitchFamily="34" charset="-120"/>
                <a:ea typeface="微軟正黑體" panose="020B0604030504040204" pitchFamily="34" charset="-120"/>
              </a:rPr>
              <a:t>500</a:t>
            </a:r>
            <a:r>
              <a:rPr lang="zh-TW" altLang="en-US" sz="2000" b="1" dirty="0">
                <a:latin typeface="微軟正黑體" panose="020B0604030504040204" pitchFamily="34" charset="-120"/>
                <a:ea typeface="微軟正黑體" panose="020B0604030504040204" pitchFamily="34" charset="-120"/>
              </a:rPr>
              <a:t>公里純電續航</a:t>
            </a:r>
            <a:endParaRPr lang="en-US" altLang="zh-TW" sz="2000" b="1" dirty="0">
              <a:latin typeface="微軟正黑體" panose="020B0604030504040204" pitchFamily="34" charset="-120"/>
              <a:ea typeface="微軟正黑體" panose="020B0604030504040204" pitchFamily="34" charset="-120"/>
            </a:endParaRPr>
          </a:p>
          <a:p>
            <a:pPr marL="446088" lvl="1" indent="-177800">
              <a:spcBef>
                <a:spcPts val="200"/>
              </a:spcBef>
              <a:spcAft>
                <a:spcPts val="100"/>
              </a:spcAft>
              <a:buSzPct val="80000"/>
              <a:buFont typeface="Wingdings" panose="05000000000000000000" pitchFamily="2" charset="2"/>
              <a:buChar char="Ø"/>
            </a:pP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對應家庭用戶日常通勤需求。</a:t>
            </a:r>
            <a:endPar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263525" indent="-263525">
              <a:spcBef>
                <a:spcPts val="200"/>
              </a:spcBef>
              <a:spcAft>
                <a:spcPts val="100"/>
              </a:spcAft>
              <a:buSzPct val="80000"/>
              <a:buFont typeface="Wingdings" panose="05000000000000000000" pitchFamily="2" charset="2"/>
              <a:buChar char="l"/>
            </a:pPr>
            <a:r>
              <a:rPr lang="zh-TW" altLang="en-US" sz="2000" b="1" dirty="0">
                <a:latin typeface="微軟正黑體" panose="020B0604030504040204" pitchFamily="34" charset="-120"/>
                <a:ea typeface="微軟正黑體" panose="020B0604030504040204" pitchFamily="34" charset="-120"/>
              </a:rPr>
              <a:t>高階版本達</a:t>
            </a:r>
            <a:r>
              <a:rPr lang="en-US" altLang="zh-TW" sz="2000" b="1" dirty="0">
                <a:latin typeface="微軟正黑體" panose="020B0604030504040204" pitchFamily="34" charset="-120"/>
                <a:ea typeface="微軟正黑體" panose="020B0604030504040204" pitchFamily="34" charset="-120"/>
              </a:rPr>
              <a:t>600</a:t>
            </a:r>
            <a:r>
              <a:rPr lang="zh-TW" altLang="en-US" sz="2000" b="1" dirty="0">
                <a:latin typeface="微軟正黑體" panose="020B0604030504040204" pitchFamily="34" charset="-120"/>
                <a:ea typeface="微軟正黑體" panose="020B0604030504040204" pitchFamily="34" charset="-120"/>
              </a:rPr>
              <a:t>公里純電續航</a:t>
            </a:r>
            <a:endParaRPr lang="en-US" altLang="zh-TW" sz="2000" b="1" dirty="0">
              <a:latin typeface="微軟正黑體" panose="020B0604030504040204" pitchFamily="34" charset="-120"/>
              <a:ea typeface="微軟正黑體" panose="020B0604030504040204" pitchFamily="34" charset="-120"/>
            </a:endParaRPr>
          </a:p>
          <a:p>
            <a:pPr marL="446088" lvl="1" indent="-177800">
              <a:spcBef>
                <a:spcPts val="200"/>
              </a:spcBef>
              <a:spcAft>
                <a:spcPts val="100"/>
              </a:spcAft>
              <a:buSzPct val="80000"/>
              <a:buFont typeface="Wingdings" panose="05000000000000000000" pitchFamily="2" charset="2"/>
              <a:buChar char="Ø"/>
            </a:pP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融合三元與鐵鋰材料，增加</a:t>
            </a:r>
            <a:r>
              <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rPr>
              <a:t>20%</a:t>
            </a: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續航力。</a:t>
            </a:r>
            <a:endPar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263525" indent="-263525">
              <a:spcBef>
                <a:spcPts val="200"/>
              </a:spcBef>
              <a:spcAft>
                <a:spcPts val="100"/>
              </a:spcAft>
              <a:buSzPct val="80000"/>
              <a:buFont typeface="Wingdings" panose="05000000000000000000" pitchFamily="2" charset="2"/>
              <a:buChar char="l"/>
            </a:pPr>
            <a:r>
              <a:rPr lang="zh-TW" altLang="en-US" sz="2000" b="1" dirty="0">
                <a:latin typeface="微軟正黑體" panose="020B0604030504040204" pitchFamily="34" charset="-120"/>
                <a:ea typeface="微軟正黑體" panose="020B0604030504040204" pitchFamily="34" charset="-120"/>
              </a:rPr>
              <a:t>低電量高功率輸出設計</a:t>
            </a:r>
            <a:endParaRPr lang="en-US" altLang="zh-TW" sz="2000" b="1" dirty="0">
              <a:latin typeface="微軟正黑體" panose="020B0604030504040204" pitchFamily="34" charset="-120"/>
              <a:ea typeface="微軟正黑體" panose="020B0604030504040204" pitchFamily="34" charset="-120"/>
            </a:endParaRPr>
          </a:p>
          <a:p>
            <a:pPr marL="446088" lvl="1" indent="-177800">
              <a:spcBef>
                <a:spcPts val="200"/>
              </a:spcBef>
              <a:spcAft>
                <a:spcPts val="100"/>
              </a:spcAft>
              <a:buSzPct val="80000"/>
              <a:buFont typeface="Wingdings" panose="05000000000000000000" pitchFamily="2" charset="2"/>
              <a:buChar char="Ø"/>
            </a:pPr>
            <a:r>
              <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rPr>
              <a:t>20% SOC</a:t>
            </a: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低電量狀態下，仍可輸出</a:t>
            </a:r>
            <a:r>
              <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rPr>
              <a:t>1.2MW</a:t>
            </a: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a:t>
            </a:r>
            <a:endPar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263525" indent="-263525">
              <a:spcBef>
                <a:spcPts val="200"/>
              </a:spcBef>
              <a:spcAft>
                <a:spcPts val="100"/>
              </a:spcAft>
              <a:buSzPct val="80000"/>
              <a:buFont typeface="Wingdings" panose="05000000000000000000" pitchFamily="2" charset="2"/>
              <a:buChar char="l"/>
            </a:pPr>
            <a:r>
              <a:rPr lang="zh-TW" altLang="en-US" sz="2000" b="1" dirty="0">
                <a:latin typeface="微軟正黑體" panose="020B0604030504040204" pitchFamily="34" charset="-120"/>
                <a:ea typeface="微軟正黑體" panose="020B0604030504040204" pitchFamily="34" charset="-120"/>
              </a:rPr>
              <a:t>密封防水能力提升</a:t>
            </a:r>
            <a:endParaRPr lang="en-US" altLang="zh-TW" sz="2000" b="1" dirty="0">
              <a:latin typeface="微軟正黑體" panose="020B0604030504040204" pitchFamily="34" charset="-120"/>
              <a:ea typeface="微軟正黑體" panose="020B0604030504040204" pitchFamily="34" charset="-120"/>
            </a:endParaRPr>
          </a:p>
          <a:p>
            <a:pPr marL="446088" lvl="1" indent="-177800">
              <a:spcBef>
                <a:spcPts val="200"/>
              </a:spcBef>
              <a:spcAft>
                <a:spcPts val="100"/>
              </a:spcAft>
              <a:buSzPct val="80000"/>
              <a:buFont typeface="Wingdings" panose="05000000000000000000" pitchFamily="2" charset="2"/>
              <a:buChar char="Ø"/>
            </a:pPr>
            <a:r>
              <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rPr>
              <a:t>2</a:t>
            </a: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公尺水深浸泡逾</a:t>
            </a:r>
            <a:r>
              <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rPr>
              <a:t>200</a:t>
            </a: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小時，仍能正常運作。</a:t>
            </a:r>
            <a:endPar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263525" marR="0" lvl="0" indent="-263525" algn="l" defTabSz="914400" rtl="0" eaLnBrk="0" fontAlgn="base" latinLnBrk="0" hangingPunct="0">
              <a:lnSpc>
                <a:spcPct val="100000"/>
              </a:lnSpc>
              <a:spcBef>
                <a:spcPts val="200"/>
              </a:spcBef>
              <a:spcAft>
                <a:spcPts val="100"/>
              </a:spcAft>
              <a:buClrTx/>
              <a:buSzPct val="80000"/>
              <a:buFont typeface="Wingdings" panose="05000000000000000000" pitchFamily="2" charset="2"/>
              <a:buChar char="l"/>
              <a:tabLst/>
              <a:defRPr/>
            </a:pPr>
            <a:r>
              <a:rPr kumimoji="0" lang="zh-TW" altLang="en-US" sz="20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rPr>
              <a:t>底部防護塗層強化</a:t>
            </a:r>
            <a:endParaRPr kumimoji="0" lang="en-US" altLang="zh-TW" sz="2000" b="1" i="0" u="none" strike="noStrike" kern="1200" cap="none" spc="0" normalizeH="0" baseline="0" noProof="0" dirty="0">
              <a:ln>
                <a:noFill/>
              </a:ln>
              <a:solidFill>
                <a:srgbClr val="262626"/>
              </a:solidFill>
              <a:effectLst/>
              <a:uLnTx/>
              <a:uFillTx/>
              <a:latin typeface="微軟正黑體" panose="020B0604030504040204" pitchFamily="34" charset="-120"/>
              <a:ea typeface="微軟正黑體" panose="020B0604030504040204" pitchFamily="34" charset="-120"/>
              <a:cs typeface="+mn-cs"/>
            </a:endParaRPr>
          </a:p>
          <a:p>
            <a:pPr marL="446088" marR="0" lvl="1" indent="-177800" algn="l" defTabSz="914400" rtl="0" eaLnBrk="0" fontAlgn="base" latinLnBrk="0" hangingPunct="0">
              <a:lnSpc>
                <a:spcPct val="100000"/>
              </a:lnSpc>
              <a:spcBef>
                <a:spcPts val="200"/>
              </a:spcBef>
              <a:spcAft>
                <a:spcPts val="100"/>
              </a:spcAft>
              <a:buClrTx/>
              <a:buSzPct val="80000"/>
              <a:buFont typeface="Wingdings" panose="05000000000000000000" pitchFamily="2" charset="2"/>
              <a:buChar char="Ø"/>
              <a:tabLst/>
              <a:defRPr/>
            </a:pPr>
            <a:r>
              <a:rPr kumimoji="0" lang="zh-TW" altLang="en-US" sz="2000" b="1" i="0" u="none" strike="noStrike" kern="1200" cap="none" spc="0" normalizeH="0" baseline="0" noProof="0" dirty="0">
                <a:ln>
                  <a:noFill/>
                </a:ln>
                <a:solidFill>
                  <a:srgbClr val="262626">
                    <a:lumMod val="75000"/>
                    <a:lumOff val="25000"/>
                  </a:srgbClr>
                </a:solidFill>
                <a:effectLst/>
                <a:uLnTx/>
                <a:uFillTx/>
                <a:latin typeface="微軟正黑體" panose="020B0604030504040204" pitchFamily="34" charset="-120"/>
                <a:ea typeface="微軟正黑體" panose="020B0604030504040204" pitchFamily="34" charset="-120"/>
                <a:cs typeface="+mn-cs"/>
              </a:rPr>
              <a:t>電池包可承受</a:t>
            </a:r>
            <a:r>
              <a:rPr kumimoji="0" lang="en-US" altLang="zh-TW" sz="2000" b="1" i="0" u="none" strike="noStrike" kern="1200" cap="none" spc="0" normalizeH="0" baseline="0" noProof="0" dirty="0">
                <a:ln>
                  <a:noFill/>
                </a:ln>
                <a:solidFill>
                  <a:srgbClr val="262626">
                    <a:lumMod val="75000"/>
                    <a:lumOff val="25000"/>
                  </a:srgbClr>
                </a:solidFill>
                <a:effectLst/>
                <a:uLnTx/>
                <a:uFillTx/>
                <a:latin typeface="微軟正黑體" panose="020B0604030504040204" pitchFamily="34" charset="-120"/>
                <a:ea typeface="微軟正黑體" panose="020B0604030504040204" pitchFamily="34" charset="-120"/>
                <a:cs typeface="+mn-cs"/>
              </a:rPr>
              <a:t>1,500</a:t>
            </a:r>
            <a:r>
              <a:rPr kumimoji="0" lang="zh-TW" altLang="en-US" sz="2000" b="1" i="0" u="none" strike="noStrike" kern="1200" cap="none" spc="0" normalizeH="0" baseline="0" noProof="0" dirty="0">
                <a:ln>
                  <a:noFill/>
                </a:ln>
                <a:solidFill>
                  <a:srgbClr val="262626">
                    <a:lumMod val="75000"/>
                    <a:lumOff val="25000"/>
                  </a:srgbClr>
                </a:solidFill>
                <a:effectLst/>
                <a:uLnTx/>
                <a:uFillTx/>
                <a:latin typeface="微軟正黑體" panose="020B0604030504040204" pitchFamily="34" charset="-120"/>
                <a:ea typeface="微軟正黑體" panose="020B0604030504040204" pitchFamily="34" charset="-120"/>
                <a:cs typeface="+mn-cs"/>
              </a:rPr>
              <a:t>焦耳能量衝擊。</a:t>
            </a:r>
          </a:p>
        </p:txBody>
      </p:sp>
      <p:sp>
        <p:nvSpPr>
          <p:cNvPr id="24" name="文字方塊 23">
            <a:extLst>
              <a:ext uri="{FF2B5EF4-FFF2-40B4-BE49-F238E27FC236}">
                <a16:creationId xmlns:a16="http://schemas.microsoft.com/office/drawing/2014/main" xmlns="" id="{234E5398-F8E1-9EF0-67DF-E4C47A5DB8C2}"/>
              </a:ext>
            </a:extLst>
          </p:cNvPr>
          <p:cNvSpPr txBox="1"/>
          <p:nvPr/>
        </p:nvSpPr>
        <p:spPr>
          <a:xfrm>
            <a:off x="6191196" y="2994359"/>
            <a:ext cx="5714773" cy="3477875"/>
          </a:xfrm>
          <a:prstGeom prst="rect">
            <a:avLst/>
          </a:prstGeom>
          <a:noFill/>
        </p:spPr>
        <p:txBody>
          <a:bodyPr wrap="square">
            <a:spAutoFit/>
          </a:bodyPr>
          <a:lstStyle/>
          <a:p>
            <a:pPr marL="222250" indent="-222250">
              <a:spcBef>
                <a:spcPts val="600"/>
              </a:spcBef>
              <a:spcAft>
                <a:spcPts val="600"/>
              </a:spcAft>
              <a:buSzPct val="80000"/>
              <a:buFont typeface="Wingdings" panose="05000000000000000000" pitchFamily="2" charset="2"/>
              <a:buChar char="l"/>
            </a:pPr>
            <a:r>
              <a:rPr lang="en-US" altLang="zh-TW" sz="2000" b="1" dirty="0">
                <a:latin typeface="微軟正黑體" panose="020B0604030504040204" pitchFamily="34" charset="-120"/>
                <a:ea typeface="微軟正黑體" panose="020B0604030504040204" pitchFamily="34" charset="-120"/>
              </a:rPr>
              <a:t>500</a:t>
            </a:r>
            <a:r>
              <a:rPr lang="zh-TW" altLang="en-US" sz="2000" b="1" dirty="0">
                <a:latin typeface="微軟正黑體" panose="020B0604030504040204" pitchFamily="34" charset="-120"/>
                <a:ea typeface="微軟正黑體" panose="020B0604030504040204" pitchFamily="34" charset="-120"/>
              </a:rPr>
              <a:t>公里純電續航滿足通勤與一週一充需求。</a:t>
            </a:r>
            <a:endParaRPr lang="en-US" altLang="zh-TW" sz="2000" b="1" dirty="0">
              <a:latin typeface="微軟正黑體" panose="020B0604030504040204" pitchFamily="34" charset="-120"/>
              <a:ea typeface="微軟正黑體" panose="020B0604030504040204" pitchFamily="34" charset="-120"/>
            </a:endParaRPr>
          </a:p>
          <a:p>
            <a:pPr marL="222250" indent="-222250">
              <a:spcBef>
                <a:spcPts val="600"/>
              </a:spcBef>
              <a:spcAft>
                <a:spcPts val="600"/>
              </a:spcAft>
              <a:buSzPct val="80000"/>
              <a:buFont typeface="Wingdings" panose="05000000000000000000" pitchFamily="2" charset="2"/>
              <a:buChar char="l"/>
            </a:pPr>
            <a:r>
              <a:rPr lang="en-US" altLang="zh-TW" sz="2000" b="1" dirty="0">
                <a:latin typeface="微軟正黑體" panose="020B0604030504040204" pitchFamily="34" charset="-120"/>
                <a:ea typeface="微軟正黑體" panose="020B0604030504040204" pitchFamily="34" charset="-120"/>
              </a:rPr>
              <a:t>600</a:t>
            </a:r>
            <a:r>
              <a:rPr lang="zh-TW" altLang="en-US" sz="2000" b="1" dirty="0">
                <a:latin typeface="微軟正黑體" panose="020B0604030504040204" pitchFamily="34" charset="-120"/>
                <a:ea typeface="微軟正黑體" panose="020B0604030504040204" pitchFamily="34" charset="-120"/>
              </a:rPr>
              <a:t>公里純電續航兼顧長續航表現，並降低增程器使用頻率。</a:t>
            </a:r>
            <a:endParaRPr lang="en-US" altLang="zh-TW" sz="2000" b="1" dirty="0">
              <a:latin typeface="微軟正黑體" panose="020B0604030504040204" pitchFamily="34" charset="-120"/>
              <a:ea typeface="微軟正黑體" panose="020B0604030504040204" pitchFamily="34" charset="-120"/>
            </a:endParaRPr>
          </a:p>
          <a:p>
            <a:pPr marL="446088" marR="0" lvl="1" indent="-177800" algn="l" defTabSz="914400" rtl="0" eaLnBrk="0" fontAlgn="base" latinLnBrk="0" hangingPunct="0">
              <a:spcBef>
                <a:spcPts val="600"/>
              </a:spcBef>
              <a:spcAft>
                <a:spcPts val="600"/>
              </a:spcAft>
              <a:buClrTx/>
              <a:buSzPct val="80000"/>
              <a:buFont typeface="Wingdings" panose="05000000000000000000" pitchFamily="2" charset="2"/>
              <a:buChar char="Ø"/>
              <a:tabLst/>
              <a:defRPr/>
            </a:pPr>
            <a:r>
              <a:rPr kumimoji="0" lang="zh-TW" altLang="en-US" sz="2000" b="1" i="0" u="none" strike="noStrike" kern="1200" cap="none" spc="0" normalizeH="0" baseline="0" noProof="0" dirty="0">
                <a:ln>
                  <a:noFill/>
                </a:ln>
                <a:solidFill>
                  <a:srgbClr val="262626">
                    <a:lumMod val="75000"/>
                    <a:lumOff val="25000"/>
                  </a:srgbClr>
                </a:solidFill>
                <a:effectLst/>
                <a:uLnTx/>
                <a:uFillTx/>
                <a:latin typeface="微軟正黑體" panose="020B0604030504040204" pitchFamily="34" charset="-120"/>
                <a:ea typeface="微軟正黑體" panose="020B0604030504040204" pitchFamily="34" charset="-120"/>
                <a:cs typeface="+mn-cs"/>
              </a:rPr>
              <a:t>油電綜合續航</a:t>
            </a:r>
            <a:r>
              <a:rPr kumimoji="0" lang="en-US" altLang="zh-TW" sz="2000" b="1" i="0" u="none" strike="noStrike" kern="1200" cap="none" spc="0" normalizeH="0" baseline="0" noProof="0" dirty="0">
                <a:ln>
                  <a:noFill/>
                </a:ln>
                <a:solidFill>
                  <a:srgbClr val="262626">
                    <a:lumMod val="75000"/>
                    <a:lumOff val="25000"/>
                  </a:srgbClr>
                </a:solidFill>
                <a:effectLst/>
                <a:uLnTx/>
                <a:uFillTx/>
                <a:latin typeface="微軟正黑體" panose="020B0604030504040204" pitchFamily="34" charset="-120"/>
                <a:ea typeface="微軟正黑體" panose="020B0604030504040204" pitchFamily="34" charset="-120"/>
                <a:cs typeface="+mn-cs"/>
              </a:rPr>
              <a:t>2,000</a:t>
            </a:r>
            <a:r>
              <a:rPr kumimoji="0" lang="zh-TW" altLang="en-US" sz="2000" b="1" i="0" u="none" strike="noStrike" kern="1200" cap="none" spc="0" normalizeH="0" baseline="0" noProof="0" dirty="0">
                <a:ln>
                  <a:noFill/>
                </a:ln>
                <a:solidFill>
                  <a:srgbClr val="262626">
                    <a:lumMod val="75000"/>
                    <a:lumOff val="25000"/>
                  </a:srgbClr>
                </a:solidFill>
                <a:effectLst/>
                <a:uLnTx/>
                <a:uFillTx/>
                <a:latin typeface="微軟正黑體" panose="020B0604030504040204" pitchFamily="34" charset="-120"/>
                <a:ea typeface="微軟正黑體" panose="020B0604030504040204" pitchFamily="34" charset="-120"/>
                <a:cs typeface="+mn-cs"/>
              </a:rPr>
              <a:t>公里</a:t>
            </a:r>
            <a:r>
              <a:rPr lang="zh-TW" altLang="en-US" sz="2000" b="1" dirty="0">
                <a:solidFill>
                  <a:srgbClr val="262626">
                    <a:lumMod val="75000"/>
                    <a:lumOff val="25000"/>
                  </a:srgbClr>
                </a:solidFill>
                <a:latin typeface="微軟正黑體" panose="020B0604030504040204" pitchFamily="34" charset="-120"/>
                <a:ea typeface="微軟正黑體" panose="020B0604030504040204" pitchFamily="34" charset="-120"/>
              </a:rPr>
              <a:t>，解</a:t>
            </a:r>
            <a:r>
              <a:rPr kumimoji="0" lang="zh-TW" altLang="en-US" sz="2000" b="1" i="0" u="none" strike="noStrike" kern="1200" cap="none" spc="0" normalizeH="0" baseline="0" noProof="0" dirty="0">
                <a:ln>
                  <a:noFill/>
                </a:ln>
                <a:solidFill>
                  <a:srgbClr val="262626">
                    <a:lumMod val="75000"/>
                    <a:lumOff val="25000"/>
                  </a:srgbClr>
                </a:solidFill>
                <a:effectLst/>
                <a:uLnTx/>
                <a:uFillTx/>
                <a:latin typeface="微軟正黑體" panose="020B0604030504040204" pitchFamily="34" charset="-120"/>
                <a:ea typeface="微軟正黑體" panose="020B0604030504040204" pitchFamily="34" charset="-120"/>
                <a:cs typeface="+mn-cs"/>
              </a:rPr>
              <a:t>長途補能焦慮。</a:t>
            </a:r>
            <a:endParaRPr kumimoji="0" lang="en-US" altLang="zh-TW" sz="2000" b="1" i="0" u="none" strike="noStrike" kern="1200" cap="none" spc="0" normalizeH="0" baseline="0" noProof="0" dirty="0">
              <a:ln>
                <a:noFill/>
              </a:ln>
              <a:solidFill>
                <a:srgbClr val="262626">
                  <a:lumMod val="75000"/>
                  <a:lumOff val="25000"/>
                </a:srgbClr>
              </a:solidFill>
              <a:effectLst/>
              <a:uLnTx/>
              <a:uFillTx/>
              <a:latin typeface="微軟正黑體" panose="020B0604030504040204" pitchFamily="34" charset="-120"/>
              <a:ea typeface="微軟正黑體" panose="020B0604030504040204" pitchFamily="34" charset="-120"/>
              <a:cs typeface="+mn-cs"/>
            </a:endParaRPr>
          </a:p>
          <a:p>
            <a:pPr marL="446088" marR="0" lvl="1" indent="-177800" algn="l" defTabSz="914400" rtl="0" eaLnBrk="0" fontAlgn="base" latinLnBrk="0" hangingPunct="0">
              <a:spcBef>
                <a:spcPts val="600"/>
              </a:spcBef>
              <a:spcAft>
                <a:spcPts val="600"/>
              </a:spcAft>
              <a:buClrTx/>
              <a:buSzPct val="80000"/>
              <a:buFont typeface="Wingdings" panose="05000000000000000000" pitchFamily="2" charset="2"/>
              <a:buChar char="Ø"/>
              <a:tabLst/>
              <a:defRPr/>
            </a:pPr>
            <a:r>
              <a:rPr kumimoji="0" lang="zh-TW" altLang="en-US" sz="2000" b="1" i="0" u="none" strike="noStrike" kern="1200" cap="none" spc="0" normalizeH="0" baseline="0" noProof="0" dirty="0">
                <a:ln>
                  <a:noFill/>
                </a:ln>
                <a:solidFill>
                  <a:srgbClr val="262626">
                    <a:lumMod val="75000"/>
                    <a:lumOff val="25000"/>
                  </a:srgbClr>
                </a:solidFill>
                <a:effectLst/>
                <a:uLnTx/>
                <a:uFillTx/>
                <a:latin typeface="微軟正黑體" panose="020B0604030504040204" pitchFamily="34" charset="-120"/>
                <a:ea typeface="微軟正黑體" panose="020B0604030504040204" pitchFamily="34" charset="-120"/>
                <a:cs typeface="+mn-cs"/>
              </a:rPr>
              <a:t>增程器使用率由</a:t>
            </a:r>
            <a:r>
              <a:rPr kumimoji="0" lang="en-US" altLang="zh-TW" sz="2000" b="1" i="0" u="none" strike="noStrike" kern="1200" cap="none" spc="0" normalizeH="0" baseline="0" noProof="0" dirty="0">
                <a:ln>
                  <a:noFill/>
                </a:ln>
                <a:solidFill>
                  <a:srgbClr val="262626">
                    <a:lumMod val="75000"/>
                    <a:lumOff val="25000"/>
                  </a:srgbClr>
                </a:solidFill>
                <a:effectLst/>
                <a:uLnTx/>
                <a:uFillTx/>
                <a:latin typeface="微軟正黑體" panose="020B0604030504040204" pitchFamily="34" charset="-120"/>
                <a:ea typeface="微軟正黑體" panose="020B0604030504040204" pitchFamily="34" charset="-120"/>
                <a:cs typeface="+mn-cs"/>
              </a:rPr>
              <a:t>15%</a:t>
            </a:r>
            <a:r>
              <a:rPr kumimoji="0" lang="zh-TW" altLang="en-US" sz="2000" b="1" i="0" u="none" strike="noStrike" kern="1200" cap="none" spc="0" normalizeH="0" baseline="0" noProof="0" dirty="0">
                <a:ln>
                  <a:noFill/>
                </a:ln>
                <a:solidFill>
                  <a:srgbClr val="262626">
                    <a:lumMod val="75000"/>
                    <a:lumOff val="25000"/>
                  </a:srgbClr>
                </a:solidFill>
                <a:effectLst/>
                <a:uLnTx/>
                <a:uFillTx/>
                <a:latin typeface="微軟正黑體" panose="020B0604030504040204" pitchFamily="34" charset="-120"/>
                <a:ea typeface="微軟正黑體" panose="020B0604030504040204" pitchFamily="34" charset="-120"/>
                <a:cs typeface="+mn-cs"/>
              </a:rPr>
              <a:t>降至</a:t>
            </a:r>
            <a:r>
              <a:rPr kumimoji="0" lang="en-US" altLang="zh-TW" sz="2000" b="1" i="0" u="none" strike="noStrike" kern="1200" cap="none" spc="0" normalizeH="0" baseline="0" noProof="0" dirty="0">
                <a:ln>
                  <a:noFill/>
                </a:ln>
                <a:solidFill>
                  <a:srgbClr val="262626">
                    <a:lumMod val="75000"/>
                    <a:lumOff val="25000"/>
                  </a:srgbClr>
                </a:solidFill>
                <a:effectLst/>
                <a:uLnTx/>
                <a:uFillTx/>
                <a:latin typeface="微軟正黑體" panose="020B0604030504040204" pitchFamily="34" charset="-120"/>
                <a:ea typeface="微軟正黑體" panose="020B0604030504040204" pitchFamily="34" charset="-120"/>
                <a:cs typeface="+mn-cs"/>
              </a:rPr>
              <a:t>1%</a:t>
            </a:r>
            <a:r>
              <a:rPr kumimoji="0" lang="zh-TW" altLang="en-US" sz="2000" b="1" i="0" u="none" strike="noStrike" kern="1200" cap="none" spc="0" normalizeH="0" baseline="0" noProof="0" dirty="0">
                <a:ln>
                  <a:noFill/>
                </a:ln>
                <a:solidFill>
                  <a:srgbClr val="262626">
                    <a:lumMod val="75000"/>
                    <a:lumOff val="25000"/>
                  </a:srgbClr>
                </a:solidFill>
                <a:effectLst/>
                <a:uLnTx/>
                <a:uFillTx/>
                <a:latin typeface="微軟正黑體" panose="020B0604030504040204" pitchFamily="34" charset="-120"/>
                <a:ea typeface="微軟正黑體" panose="020B0604030504040204" pitchFamily="34" charset="-120"/>
                <a:cs typeface="+mn-cs"/>
              </a:rPr>
              <a:t>，行駛更安靜</a:t>
            </a:r>
            <a:r>
              <a:rPr lang="zh-TW" altLang="en-US" sz="2000" b="1" dirty="0">
                <a:solidFill>
                  <a:srgbClr val="262626">
                    <a:lumMod val="75000"/>
                    <a:lumOff val="25000"/>
                  </a:srgbClr>
                </a:solidFill>
                <a:latin typeface="微軟正黑體" panose="020B0604030504040204" pitchFamily="34" charset="-120"/>
                <a:ea typeface="微軟正黑體" panose="020B0604030504040204" pitchFamily="34" charset="-120"/>
              </a:rPr>
              <a:t>。</a:t>
            </a:r>
            <a:endParaRPr lang="en-US" altLang="zh-TW" sz="2000" b="1" dirty="0">
              <a:latin typeface="微軟正黑體" panose="020B0604030504040204" pitchFamily="34" charset="-120"/>
              <a:ea typeface="微軟正黑體" panose="020B0604030504040204" pitchFamily="34" charset="-120"/>
            </a:endParaRPr>
          </a:p>
          <a:p>
            <a:pPr marL="222250" indent="-222250">
              <a:spcBef>
                <a:spcPts val="600"/>
              </a:spcBef>
              <a:spcAft>
                <a:spcPts val="600"/>
              </a:spcAft>
              <a:buSzPct val="80000"/>
              <a:buFont typeface="Wingdings" panose="05000000000000000000" pitchFamily="2" charset="2"/>
              <a:buChar char="l"/>
            </a:pPr>
            <a:r>
              <a:rPr lang="zh-TW" altLang="en-US" sz="2000" b="1" dirty="0">
                <a:latin typeface="微軟正黑體" panose="020B0604030504040204" pitchFamily="34" charset="-120"/>
                <a:ea typeface="微軟正黑體" panose="020B0604030504040204" pitchFamily="34" charset="-120"/>
              </a:rPr>
              <a:t>低電量下，仍具越野、爬坡、脫困能力。</a:t>
            </a:r>
            <a:endParaRPr lang="en-US" altLang="zh-TW" sz="2000" b="1" dirty="0">
              <a:latin typeface="微軟正黑體" panose="020B0604030504040204" pitchFamily="34" charset="-120"/>
              <a:ea typeface="微軟正黑體" panose="020B0604030504040204" pitchFamily="34" charset="-120"/>
            </a:endParaRPr>
          </a:p>
          <a:p>
            <a:pPr marL="222250" indent="-222250">
              <a:spcBef>
                <a:spcPts val="600"/>
              </a:spcBef>
              <a:spcAft>
                <a:spcPts val="600"/>
              </a:spcAft>
              <a:buSzPct val="80000"/>
              <a:buFont typeface="Wingdings" panose="05000000000000000000" pitchFamily="2" charset="2"/>
              <a:buChar char="l"/>
            </a:pPr>
            <a:r>
              <a:rPr lang="zh-TW" altLang="en-US" sz="2000" b="1" dirty="0">
                <a:latin typeface="微軟正黑體" panose="020B0604030504040204" pitchFamily="34" charset="-120"/>
                <a:ea typeface="微軟正黑體" panose="020B0604030504040204" pitchFamily="34" charset="-120"/>
              </a:rPr>
              <a:t>強化涉水與底部防護能力</a:t>
            </a:r>
            <a:endParaRPr lang="en-US" altLang="zh-TW" sz="2000" b="1" dirty="0">
              <a:latin typeface="微軟正黑體" panose="020B0604030504040204" pitchFamily="34" charset="-120"/>
              <a:ea typeface="微軟正黑體" panose="020B0604030504040204" pitchFamily="34" charset="-120"/>
            </a:endParaRPr>
          </a:p>
          <a:p>
            <a:pPr marL="446088" marR="0" lvl="1" indent="-177800" algn="l" defTabSz="914400" rtl="0" eaLnBrk="0" fontAlgn="base" latinLnBrk="0" hangingPunct="0">
              <a:spcBef>
                <a:spcPts val="600"/>
              </a:spcBef>
              <a:spcAft>
                <a:spcPts val="600"/>
              </a:spcAft>
              <a:buClrTx/>
              <a:buSzPct val="80000"/>
              <a:buFont typeface="Wingdings" panose="05000000000000000000" pitchFamily="2" charset="2"/>
              <a:buChar char="Ø"/>
              <a:tabLst/>
              <a:defRPr/>
            </a:pPr>
            <a:r>
              <a:rPr kumimoji="0" lang="zh-TW" altLang="en-US" sz="2000" b="1" i="0" u="none" strike="noStrike" kern="1200" cap="none" spc="0" normalizeH="0" baseline="0" noProof="0" dirty="0">
                <a:ln>
                  <a:noFill/>
                </a:ln>
                <a:solidFill>
                  <a:srgbClr val="262626">
                    <a:lumMod val="75000"/>
                    <a:lumOff val="25000"/>
                  </a:srgbClr>
                </a:solidFill>
                <a:effectLst/>
                <a:uLnTx/>
                <a:uFillTx/>
                <a:latin typeface="微軟正黑體" panose="020B0604030504040204" pitchFamily="34" charset="-120"/>
                <a:ea typeface="微軟正黑體" panose="020B0604030504040204" pitchFamily="34" charset="-120"/>
                <a:cs typeface="+mn-cs"/>
              </a:rPr>
              <a:t>降低暴雨涉水、底盤刮蹭與撞擊等風險。</a:t>
            </a:r>
            <a:endParaRPr kumimoji="0" lang="en-US" altLang="zh-TW" sz="2000" b="1" i="0" u="none" strike="noStrike" kern="1200" cap="none" spc="0" normalizeH="0" baseline="0" noProof="0" dirty="0">
              <a:ln>
                <a:noFill/>
              </a:ln>
              <a:solidFill>
                <a:srgbClr val="262626">
                  <a:lumMod val="75000"/>
                  <a:lumOff val="25000"/>
                </a:srgbClr>
              </a:solidFill>
              <a:effectLst/>
              <a:uLnTx/>
              <a:uFillTx/>
              <a:latin typeface="微軟正黑體" panose="020B0604030504040204" pitchFamily="34" charset="-120"/>
              <a:ea typeface="微軟正黑體" panose="020B0604030504040204" pitchFamily="34" charset="-120"/>
              <a:cs typeface="+mn-cs"/>
            </a:endParaRPr>
          </a:p>
        </p:txBody>
      </p:sp>
    </p:spTree>
    <p:extLst>
      <p:ext uri="{BB962C8B-B14F-4D97-AF65-F5344CB8AC3E}">
        <p14:creationId xmlns:p14="http://schemas.microsoft.com/office/powerpoint/2010/main" val="21709310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5DF1AFB-E09B-6A9E-0C48-4F9BE3D7EE79}"/>
            </a:ext>
          </a:extLst>
        </p:cNvPr>
        <p:cNvGrpSpPr/>
        <p:nvPr/>
      </p:nvGrpSpPr>
      <p:grpSpPr>
        <a:xfrm>
          <a:off x="0" y="0"/>
          <a:ext cx="0" cy="0"/>
          <a:chOff x="0" y="0"/>
          <a:chExt cx="0" cy="0"/>
        </a:xfrm>
      </p:grpSpPr>
      <p:sp>
        <p:nvSpPr>
          <p:cNvPr id="11" name="文字版面配置區 10">
            <a:extLst>
              <a:ext uri="{FF2B5EF4-FFF2-40B4-BE49-F238E27FC236}">
                <a16:creationId xmlns:a16="http://schemas.microsoft.com/office/drawing/2014/main" xmlns="" id="{126E6BF3-788A-49F8-4D83-28422DA27C0A}"/>
              </a:ext>
            </a:extLst>
          </p:cNvPr>
          <p:cNvSpPr>
            <a:spLocks noGrp="1"/>
          </p:cNvSpPr>
          <p:nvPr>
            <p:ph type="body" sz="quarter" idx="13"/>
          </p:nvPr>
        </p:nvSpPr>
        <p:spPr>
          <a:xfrm>
            <a:off x="331718" y="3762159"/>
            <a:ext cx="7611204" cy="1084522"/>
          </a:xfrm>
        </p:spPr>
        <p:txBody>
          <a:bodyPr>
            <a:noAutofit/>
          </a:bodyPr>
          <a:lstStyle/>
          <a:p>
            <a:r>
              <a:rPr lang="zh-TW" altLang="en-US" dirty="0">
                <a:solidFill>
                  <a:schemeClr val="bg1"/>
                </a:solidFill>
                <a:latin typeface="微軟正黑體" panose="020B0604030504040204" pitchFamily="34" charset="-120"/>
              </a:rPr>
              <a:t>結語</a:t>
            </a:r>
          </a:p>
        </p:txBody>
      </p:sp>
    </p:spTree>
    <p:extLst>
      <p:ext uri="{BB962C8B-B14F-4D97-AF65-F5344CB8AC3E}">
        <p14:creationId xmlns:p14="http://schemas.microsoft.com/office/powerpoint/2010/main" val="19088247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7593D6E7-C55C-A2D8-9923-6D728442FBCB}"/>
              </a:ext>
            </a:extLst>
          </p:cNvPr>
          <p:cNvSpPr>
            <a:spLocks noGrp="1"/>
          </p:cNvSpPr>
          <p:nvPr>
            <p:ph type="title"/>
          </p:nvPr>
        </p:nvSpPr>
        <p:spPr>
          <a:xfrm>
            <a:off x="641445" y="109772"/>
            <a:ext cx="11340000" cy="676866"/>
          </a:xfrm>
        </p:spPr>
        <p:txBody>
          <a:bodyPr>
            <a:normAutofit fontScale="90000"/>
          </a:bodyPr>
          <a:lstStyle/>
          <a:p>
            <a:r>
              <a:rPr lang="zh-TW" altLang="en-US" dirty="0"/>
              <a:t>結語：寧德時代營運基本盤穩固　維持動力電池龍頭地位</a:t>
            </a:r>
            <a:r>
              <a:rPr lang="en-US" altLang="zh-TW" dirty="0"/>
              <a:t/>
            </a:r>
            <a:br>
              <a:rPr lang="en-US" altLang="zh-TW" dirty="0"/>
            </a:br>
            <a:r>
              <a:rPr lang="zh-TW" altLang="en-US" dirty="0"/>
              <a:t>電池技術升級對應全場景用車體驗</a:t>
            </a:r>
          </a:p>
        </p:txBody>
      </p:sp>
      <p:sp>
        <p:nvSpPr>
          <p:cNvPr id="4" name="文字版面配置區 3">
            <a:extLst>
              <a:ext uri="{FF2B5EF4-FFF2-40B4-BE49-F238E27FC236}">
                <a16:creationId xmlns:a16="http://schemas.microsoft.com/office/drawing/2014/main" xmlns="" id="{C06A98B0-0B41-31CB-298F-B6BED2B4077C}"/>
              </a:ext>
            </a:extLst>
          </p:cNvPr>
          <p:cNvSpPr>
            <a:spLocks noGrp="1"/>
          </p:cNvSpPr>
          <p:nvPr>
            <p:ph type="body" sz="quarter" idx="10"/>
          </p:nvPr>
        </p:nvSpPr>
        <p:spPr/>
        <p:txBody>
          <a:bodyPr/>
          <a:lstStyle/>
          <a:p>
            <a:r>
              <a:rPr lang="zh-TW" altLang="en-US" dirty="0">
                <a:latin typeface="微軟正黑體" panose="020B0604030504040204" pitchFamily="34" charset="-120"/>
              </a:rPr>
              <a:t>資料來源：</a:t>
            </a:r>
            <a:r>
              <a:rPr lang="en-US" altLang="zh-TW" dirty="0">
                <a:latin typeface="微軟正黑體" panose="020B0604030504040204" pitchFamily="34" charset="-120"/>
              </a:rPr>
              <a:t>DIGITIMES</a:t>
            </a:r>
            <a:r>
              <a:rPr lang="zh-TW" altLang="en-US" dirty="0">
                <a:latin typeface="微軟正黑體" panose="020B0604030504040204" pitchFamily="34" charset="-120"/>
              </a:rPr>
              <a:t>，</a:t>
            </a:r>
            <a:r>
              <a:rPr lang="en-US" altLang="zh-TW" dirty="0">
                <a:latin typeface="微軟正黑體" panose="020B0604030504040204" pitchFamily="34" charset="-120"/>
              </a:rPr>
              <a:t>2026/6</a:t>
            </a:r>
          </a:p>
        </p:txBody>
      </p:sp>
      <p:sp>
        <p:nvSpPr>
          <p:cNvPr id="3" name="矩形 2">
            <a:extLst>
              <a:ext uri="{FF2B5EF4-FFF2-40B4-BE49-F238E27FC236}">
                <a16:creationId xmlns:a16="http://schemas.microsoft.com/office/drawing/2014/main" xmlns="" id="{AB20955F-1CEF-06D7-6CE7-27B02D4F10B7}"/>
              </a:ext>
            </a:extLst>
          </p:cNvPr>
          <p:cNvSpPr/>
          <p:nvPr/>
        </p:nvSpPr>
        <p:spPr>
          <a:xfrm>
            <a:off x="914192" y="1626063"/>
            <a:ext cx="7040109" cy="463961"/>
          </a:xfrm>
          <a:prstGeom prst="rect">
            <a:avLst/>
          </a:prstGeom>
          <a:solidFill>
            <a:sysClr val="windowText" lastClr="000000"/>
          </a:solidFill>
          <a:ln w="6350" cap="flat" cmpd="sng" algn="ctr">
            <a:solidFill>
              <a:sysClr val="windowText" lastClr="000000"/>
            </a:solidFill>
            <a:prstDash val="solid"/>
            <a:miter lim="800000"/>
          </a:ln>
          <a:effectLst/>
        </p:spPr>
        <p:txBody>
          <a:bodyPr rtlCol="0" anchor="ctr"/>
          <a:lstStyle/>
          <a:p>
            <a:pPr eaLnBrk="1" fontAlgn="auto" hangingPunct="1">
              <a:spcBef>
                <a:spcPts val="0"/>
              </a:spcBef>
              <a:spcAft>
                <a:spcPts val="0"/>
              </a:spcAft>
              <a:defRPr/>
            </a:pPr>
            <a:r>
              <a:rPr lang="zh-TW" altLang="en-US" sz="2200" b="1" kern="0" dirty="0">
                <a:solidFill>
                  <a:prstClr val="white"/>
                </a:solidFill>
                <a:latin typeface="微軟正黑體" panose="020B0604030504040204" pitchFamily="34" charset="-120"/>
                <a:ea typeface="微軟正黑體" panose="020B0604030504040204" pitchFamily="34" charset="-120"/>
              </a:rPr>
              <a:t>動力電池基本盤穩固　全球市佔率突破</a:t>
            </a:r>
            <a:r>
              <a:rPr lang="en-US" altLang="zh-TW" sz="2200" b="1" kern="0" dirty="0">
                <a:solidFill>
                  <a:prstClr val="white"/>
                </a:solidFill>
                <a:latin typeface="微軟正黑體" panose="020B0604030504040204" pitchFamily="34" charset="-120"/>
                <a:ea typeface="微軟正黑體" panose="020B0604030504040204" pitchFamily="34" charset="-120"/>
              </a:rPr>
              <a:t>4</a:t>
            </a:r>
            <a:r>
              <a:rPr lang="zh-TW" altLang="en-US" sz="2200" b="1" kern="0" dirty="0">
                <a:solidFill>
                  <a:prstClr val="white"/>
                </a:solidFill>
                <a:latin typeface="微軟正黑體" panose="020B0604030504040204" pitchFamily="34" charset="-120"/>
                <a:ea typeface="微軟正黑體" panose="020B0604030504040204" pitchFamily="34" charset="-120"/>
              </a:rPr>
              <a:t>成</a:t>
            </a:r>
          </a:p>
        </p:txBody>
      </p:sp>
      <p:sp>
        <p:nvSpPr>
          <p:cNvPr id="11" name="矩形 10">
            <a:extLst>
              <a:ext uri="{FF2B5EF4-FFF2-40B4-BE49-F238E27FC236}">
                <a16:creationId xmlns:a16="http://schemas.microsoft.com/office/drawing/2014/main" xmlns="" id="{C88E5D85-CA65-1D69-2199-B72252C26347}"/>
              </a:ext>
            </a:extLst>
          </p:cNvPr>
          <p:cNvSpPr/>
          <p:nvPr/>
        </p:nvSpPr>
        <p:spPr>
          <a:xfrm>
            <a:off x="914193" y="2083462"/>
            <a:ext cx="10383076" cy="1627147"/>
          </a:xfrm>
          <a:prstGeom prst="rect">
            <a:avLst/>
          </a:prstGeom>
          <a:solidFill>
            <a:schemeClr val="accent2">
              <a:lumMod val="20000"/>
              <a:lumOff val="80000"/>
              <a:alpha val="20000"/>
            </a:schemeClr>
          </a:solidFill>
          <a:ln w="6350" cap="flat" cmpd="sng" algn="ctr">
            <a:solidFill>
              <a:sysClr val="windowText" lastClr="000000"/>
            </a:solidFill>
            <a:prstDash val="solid"/>
            <a:miter lim="800000"/>
          </a:ln>
          <a:effectLst/>
        </p:spPr>
        <p:txBody>
          <a:bodyPr rtlCol="0" anchor="ctr"/>
          <a:lstStyle/>
          <a:p>
            <a:pPr marL="176213" indent="-176213" eaLnBrk="1" fontAlgn="auto" hangingPunct="1">
              <a:spcBef>
                <a:spcPts val="400"/>
              </a:spcBef>
              <a:spcAft>
                <a:spcPts val="400"/>
              </a:spcAft>
              <a:buSzPct val="80000"/>
              <a:buFont typeface="Wingdings" panose="05000000000000000000" pitchFamily="2" charset="2"/>
              <a:buChar char="l"/>
              <a:defRPr/>
            </a:pPr>
            <a:r>
              <a:rPr lang="zh-TW" altLang="en-US" sz="2200" b="1" kern="0" dirty="0">
                <a:solidFill>
                  <a:prstClr val="black"/>
                </a:solidFill>
                <a:latin typeface="微軟正黑體" panose="020B0604030504040204" pitchFamily="34" charset="-120"/>
                <a:ea typeface="微軟正黑體" panose="020B0604030504040204" pitchFamily="34" charset="-120"/>
              </a:rPr>
              <a:t>寧德時代以動力電池為營運核心，</a:t>
            </a:r>
            <a:r>
              <a:rPr lang="en-US" altLang="zh-TW" sz="2200" b="1" kern="0" dirty="0">
                <a:solidFill>
                  <a:prstClr val="black"/>
                </a:solidFill>
                <a:latin typeface="微軟正黑體" panose="020B0604030504040204" pitchFamily="34" charset="-120"/>
                <a:ea typeface="微軟正黑體" panose="020B0604030504040204" pitchFamily="34" charset="-120"/>
              </a:rPr>
              <a:t>2025</a:t>
            </a:r>
            <a:r>
              <a:rPr lang="zh-TW" altLang="en-US" sz="2200" b="1" kern="0" dirty="0">
                <a:solidFill>
                  <a:prstClr val="black"/>
                </a:solidFill>
                <a:latin typeface="微軟正黑體" panose="020B0604030504040204" pitchFamily="34" charset="-120"/>
                <a:ea typeface="微軟正黑體" panose="020B0604030504040204" pitchFamily="34" charset="-120"/>
              </a:rPr>
              <a:t>年佔總營收比重達</a:t>
            </a:r>
            <a:r>
              <a:rPr lang="en-US" altLang="zh-TW" sz="2200" b="1" kern="0" dirty="0">
                <a:solidFill>
                  <a:prstClr val="black"/>
                </a:solidFill>
                <a:latin typeface="微軟正黑體" panose="020B0604030504040204" pitchFamily="34" charset="-120"/>
                <a:ea typeface="微軟正黑體" panose="020B0604030504040204" pitchFamily="34" charset="-120"/>
              </a:rPr>
              <a:t>74.7%</a:t>
            </a:r>
            <a:r>
              <a:rPr lang="zh-TW" altLang="en-US" sz="2200" b="1" kern="0" dirty="0">
                <a:solidFill>
                  <a:prstClr val="black"/>
                </a:solidFill>
                <a:latin typeface="微軟正黑體" panose="020B0604030504040204" pitchFamily="34" charset="-120"/>
                <a:ea typeface="微軟正黑體" panose="020B0604030504040204" pitchFamily="34" charset="-120"/>
              </a:rPr>
              <a:t>，銷量提升至</a:t>
            </a:r>
            <a:r>
              <a:rPr lang="en-US" altLang="zh-TW" sz="2200" b="1" kern="0" dirty="0">
                <a:solidFill>
                  <a:prstClr val="black"/>
                </a:solidFill>
                <a:latin typeface="微軟正黑體" panose="020B0604030504040204" pitchFamily="34" charset="-120"/>
                <a:ea typeface="微軟正黑體" panose="020B0604030504040204" pitchFamily="34" charset="-120"/>
              </a:rPr>
              <a:t>541GWh</a:t>
            </a:r>
            <a:r>
              <a:rPr lang="zh-TW" altLang="en-US" sz="2200" b="1" kern="0" dirty="0">
                <a:solidFill>
                  <a:prstClr val="black"/>
                </a:solidFill>
                <a:latin typeface="微軟正黑體" panose="020B0604030504040204" pitchFamily="34" charset="-120"/>
                <a:ea typeface="微軟正黑體" panose="020B0604030504040204" pitchFamily="34" charset="-120"/>
              </a:rPr>
              <a:t>，毛利率維持約</a:t>
            </a:r>
            <a:r>
              <a:rPr lang="en-US" altLang="zh-TW" sz="2200" b="1" kern="0" dirty="0">
                <a:solidFill>
                  <a:prstClr val="black"/>
                </a:solidFill>
                <a:latin typeface="微軟正黑體" panose="020B0604030504040204" pitchFamily="34" charset="-120"/>
                <a:ea typeface="微軟正黑體" panose="020B0604030504040204" pitchFamily="34" charset="-120"/>
              </a:rPr>
              <a:t>24%</a:t>
            </a:r>
            <a:r>
              <a:rPr lang="zh-TW" altLang="en-US" sz="2200" b="1" kern="0" dirty="0">
                <a:solidFill>
                  <a:prstClr val="black"/>
                </a:solidFill>
                <a:latin typeface="微軟正黑體" panose="020B0604030504040204" pitchFamily="34" charset="-120"/>
                <a:ea typeface="微軟正黑體" panose="020B0604030504040204" pitchFamily="34" charset="-120"/>
              </a:rPr>
              <a:t>。</a:t>
            </a:r>
            <a:endParaRPr lang="en-US" altLang="zh-TW" sz="2200" b="1" kern="0" dirty="0">
              <a:solidFill>
                <a:prstClr val="black"/>
              </a:solidFill>
              <a:latin typeface="微軟正黑體" panose="020B0604030504040204" pitchFamily="34" charset="-120"/>
              <a:ea typeface="微軟正黑體" panose="020B0604030504040204" pitchFamily="34" charset="-120"/>
            </a:endParaRPr>
          </a:p>
          <a:p>
            <a:pPr marL="176213" indent="-176213" eaLnBrk="1" fontAlgn="auto" hangingPunct="1">
              <a:spcBef>
                <a:spcPts val="400"/>
              </a:spcBef>
              <a:spcAft>
                <a:spcPts val="400"/>
              </a:spcAft>
              <a:buSzPct val="80000"/>
              <a:buFont typeface="Wingdings" panose="05000000000000000000" pitchFamily="2" charset="2"/>
              <a:buChar char="l"/>
              <a:defRPr/>
            </a:pPr>
            <a:r>
              <a:rPr lang="en-US" altLang="zh-TW" sz="2200" b="1" kern="0" dirty="0">
                <a:solidFill>
                  <a:prstClr val="black"/>
                </a:solidFill>
                <a:latin typeface="微軟正黑體" panose="020B0604030504040204" pitchFamily="34" charset="-120"/>
                <a:ea typeface="微軟正黑體" panose="020B0604030504040204" pitchFamily="34" charset="-120"/>
              </a:rPr>
              <a:t>2026</a:t>
            </a:r>
            <a:r>
              <a:rPr lang="zh-TW" altLang="en-US" sz="2200" b="1" kern="0" dirty="0">
                <a:solidFill>
                  <a:prstClr val="black"/>
                </a:solidFill>
                <a:latin typeface="微軟正黑體" panose="020B0604030504040204" pitchFamily="34" charset="-120"/>
                <a:ea typeface="微軟正黑體" panose="020B0604030504040204" pitchFamily="34" charset="-120"/>
              </a:rPr>
              <a:t>年第</a:t>
            </a:r>
            <a:r>
              <a:rPr lang="en-US" altLang="zh-TW" sz="2200" b="1" kern="0" dirty="0">
                <a:solidFill>
                  <a:prstClr val="black"/>
                </a:solidFill>
                <a:latin typeface="微軟正黑體" panose="020B0604030504040204" pitchFamily="34" charset="-120"/>
                <a:ea typeface="微軟正黑體" panose="020B0604030504040204" pitchFamily="34" charset="-120"/>
              </a:rPr>
              <a:t>1</a:t>
            </a:r>
            <a:r>
              <a:rPr lang="zh-TW" altLang="en-US" sz="2200" b="1" kern="0" dirty="0">
                <a:solidFill>
                  <a:prstClr val="black"/>
                </a:solidFill>
                <a:latin typeface="微軟正黑體" panose="020B0604030504040204" pitchFamily="34" charset="-120"/>
                <a:ea typeface="微軟正黑體" panose="020B0604030504040204" pitchFamily="34" charset="-120"/>
              </a:rPr>
              <a:t>季動力電池全球裝機量市佔率突破</a:t>
            </a:r>
            <a:r>
              <a:rPr lang="en-US" altLang="zh-TW" sz="2200" b="1" kern="0" dirty="0">
                <a:solidFill>
                  <a:prstClr val="black"/>
                </a:solidFill>
                <a:latin typeface="微軟正黑體" panose="020B0604030504040204" pitchFamily="34" charset="-120"/>
                <a:ea typeface="微軟正黑體" panose="020B0604030504040204" pitchFamily="34" charset="-120"/>
              </a:rPr>
              <a:t>40%</a:t>
            </a:r>
            <a:r>
              <a:rPr lang="zh-TW" altLang="en-US" sz="2200" b="1" kern="0" dirty="0">
                <a:solidFill>
                  <a:prstClr val="black"/>
                </a:solidFill>
                <a:latin typeface="微軟正黑體" panose="020B0604030504040204" pitchFamily="34" charset="-120"/>
                <a:ea typeface="微軟正黑體" panose="020B0604030504040204" pitchFamily="34" charset="-120"/>
              </a:rPr>
              <a:t>，並透過擴大車廠客戶與海外建廠布局，持續強化全球供應能力。</a:t>
            </a:r>
            <a:r>
              <a:rPr lang="en-US" altLang="zh-TW" sz="2200" b="1" kern="0" dirty="0">
                <a:solidFill>
                  <a:prstClr val="black"/>
                </a:solidFill>
                <a:latin typeface="微軟正黑體" panose="020B0604030504040204" pitchFamily="34" charset="-120"/>
                <a:ea typeface="微軟正黑體" panose="020B0604030504040204" pitchFamily="34" charset="-120"/>
              </a:rPr>
              <a:t> </a:t>
            </a:r>
            <a:endParaRPr lang="zh-TW" altLang="en-US" sz="2200" b="1" kern="0" dirty="0">
              <a:solidFill>
                <a:prstClr val="black"/>
              </a:solidFill>
              <a:latin typeface="微軟正黑體" panose="020B0604030504040204" pitchFamily="34" charset="-120"/>
              <a:ea typeface="微軟正黑體" panose="020B0604030504040204" pitchFamily="34" charset="-120"/>
            </a:endParaRPr>
          </a:p>
        </p:txBody>
      </p:sp>
      <p:sp>
        <p:nvSpPr>
          <p:cNvPr id="12" name="矩形 11">
            <a:extLst>
              <a:ext uri="{FF2B5EF4-FFF2-40B4-BE49-F238E27FC236}">
                <a16:creationId xmlns:a16="http://schemas.microsoft.com/office/drawing/2014/main" xmlns="" id="{E36D4738-EE6A-EF16-2F0A-23EBB68A5C76}"/>
              </a:ext>
            </a:extLst>
          </p:cNvPr>
          <p:cNvSpPr/>
          <p:nvPr/>
        </p:nvSpPr>
        <p:spPr>
          <a:xfrm>
            <a:off x="914190" y="4037863"/>
            <a:ext cx="7040111" cy="463961"/>
          </a:xfrm>
          <a:prstGeom prst="rect">
            <a:avLst/>
          </a:prstGeom>
          <a:solidFill>
            <a:sysClr val="windowText" lastClr="000000"/>
          </a:solidFill>
          <a:ln w="6350" cap="flat" cmpd="sng" algn="ctr">
            <a:solidFill>
              <a:sysClr val="windowText" lastClr="000000"/>
            </a:solidFill>
            <a:prstDash val="solid"/>
            <a:miter lim="800000"/>
          </a:ln>
          <a:effectLst/>
        </p:spPr>
        <p:txBody>
          <a:bodyPr rtlCol="0" anchor="ctr"/>
          <a:lstStyle/>
          <a:p>
            <a:pPr eaLnBrk="1" fontAlgn="auto" hangingPunct="1">
              <a:spcBef>
                <a:spcPts val="0"/>
              </a:spcBef>
              <a:spcAft>
                <a:spcPts val="0"/>
              </a:spcAft>
              <a:defRPr/>
            </a:pPr>
            <a:r>
              <a:rPr lang="zh-TW" altLang="en-US" sz="2200" b="1" kern="0" dirty="0">
                <a:solidFill>
                  <a:prstClr val="white"/>
                </a:solidFill>
                <a:latin typeface="微軟正黑體" panose="020B0604030504040204" pitchFamily="34" charset="-120"/>
                <a:ea typeface="微軟正黑體" panose="020B0604030504040204" pitchFamily="34" charset="-120"/>
              </a:rPr>
              <a:t>電池技術轉向全場景應用　車主有感體驗成競爭重點</a:t>
            </a:r>
          </a:p>
        </p:txBody>
      </p:sp>
      <p:sp>
        <p:nvSpPr>
          <p:cNvPr id="13" name="矩形 12">
            <a:extLst>
              <a:ext uri="{FF2B5EF4-FFF2-40B4-BE49-F238E27FC236}">
                <a16:creationId xmlns:a16="http://schemas.microsoft.com/office/drawing/2014/main" xmlns="" id="{BB1C38A9-137C-1548-4E38-FEDB63E76536}"/>
              </a:ext>
            </a:extLst>
          </p:cNvPr>
          <p:cNvSpPr/>
          <p:nvPr/>
        </p:nvSpPr>
        <p:spPr>
          <a:xfrm>
            <a:off x="914193" y="4504401"/>
            <a:ext cx="10383076" cy="1618008"/>
          </a:xfrm>
          <a:prstGeom prst="rect">
            <a:avLst/>
          </a:prstGeom>
          <a:solidFill>
            <a:schemeClr val="accent2">
              <a:lumMod val="20000"/>
              <a:lumOff val="80000"/>
              <a:alpha val="20000"/>
            </a:schemeClr>
          </a:solidFill>
          <a:ln w="6350" cap="flat" cmpd="sng" algn="ctr">
            <a:solidFill>
              <a:sysClr val="windowText" lastClr="000000"/>
            </a:solidFill>
            <a:prstDash val="solid"/>
            <a:miter lim="800000"/>
          </a:ln>
          <a:effectLst/>
        </p:spPr>
        <p:txBody>
          <a:bodyPr rtlCol="0" anchor="ctr"/>
          <a:lstStyle/>
          <a:p>
            <a:pPr marL="179388" indent="-179388" eaLnBrk="1" fontAlgn="auto" hangingPunct="1">
              <a:spcBef>
                <a:spcPts val="400"/>
              </a:spcBef>
              <a:spcAft>
                <a:spcPts val="400"/>
              </a:spcAft>
              <a:buSzPct val="80000"/>
              <a:buFont typeface="Wingdings" panose="05000000000000000000" pitchFamily="2" charset="2"/>
              <a:buChar char="l"/>
              <a:defRPr/>
            </a:pPr>
            <a:r>
              <a:rPr lang="zh-TW" altLang="en-US" sz="2200" b="1" kern="0" dirty="0">
                <a:solidFill>
                  <a:prstClr val="black"/>
                </a:solidFill>
                <a:latin typeface="微軟正黑體" panose="020B0604030504040204" pitchFamily="34" charset="-120"/>
                <a:ea typeface="微軟正黑體" panose="020B0604030504040204" pitchFamily="34" charset="-120"/>
              </a:rPr>
              <a:t>神行第三代、麒麟第三代、麒麟凝聚態與逍遙第二代電池技術，分別對應快充、長續航、高能量密度與增程／</a:t>
            </a:r>
            <a:r>
              <a:rPr lang="en-US" altLang="zh-TW" sz="2200" b="1" kern="0" dirty="0">
                <a:solidFill>
                  <a:prstClr val="black"/>
                </a:solidFill>
                <a:latin typeface="微軟正黑體" panose="020B0604030504040204" pitchFamily="34" charset="-120"/>
                <a:ea typeface="微軟正黑體" panose="020B0604030504040204" pitchFamily="34" charset="-120"/>
              </a:rPr>
              <a:t>PHEV</a:t>
            </a:r>
            <a:r>
              <a:rPr lang="zh-TW" altLang="en-US" sz="2200" b="1" kern="0" dirty="0">
                <a:solidFill>
                  <a:prstClr val="black"/>
                </a:solidFill>
                <a:latin typeface="微軟正黑體" panose="020B0604030504040204" pitchFamily="34" charset="-120"/>
                <a:ea typeface="微軟正黑體" panose="020B0604030504040204" pitchFamily="34" charset="-120"/>
              </a:rPr>
              <a:t>車型等需求。</a:t>
            </a:r>
            <a:endParaRPr lang="en-US" altLang="zh-TW" sz="2200" b="1" kern="0" dirty="0">
              <a:solidFill>
                <a:prstClr val="black"/>
              </a:solidFill>
              <a:latin typeface="微軟正黑體" panose="020B0604030504040204" pitchFamily="34" charset="-120"/>
              <a:ea typeface="微軟正黑體" panose="020B0604030504040204" pitchFamily="34" charset="-120"/>
            </a:endParaRPr>
          </a:p>
          <a:p>
            <a:pPr marL="179388" indent="-179388" eaLnBrk="1" fontAlgn="auto" hangingPunct="1">
              <a:spcBef>
                <a:spcPts val="400"/>
              </a:spcBef>
              <a:spcAft>
                <a:spcPts val="400"/>
              </a:spcAft>
              <a:buSzPct val="80000"/>
              <a:buFont typeface="Wingdings" panose="05000000000000000000" pitchFamily="2" charset="2"/>
              <a:buChar char="l"/>
              <a:defRPr/>
            </a:pPr>
            <a:r>
              <a:rPr lang="zh-TW" altLang="en-US" sz="2200" b="1" kern="0" dirty="0">
                <a:solidFill>
                  <a:prstClr val="black"/>
                </a:solidFill>
                <a:latin typeface="微軟正黑體" panose="020B0604030504040204" pitchFamily="34" charset="-120"/>
                <a:ea typeface="微軟正黑體" panose="020B0604030504040204" pitchFamily="34" charset="-120"/>
              </a:rPr>
              <a:t>寧德時代技術競爭重點已由單一電池規格，延伸至車主實際用車體驗，包括縮短充電時間、改善低溫補能效率、提升續航與安全性，以強化不同車型應用表現。</a:t>
            </a:r>
          </a:p>
        </p:txBody>
      </p:sp>
    </p:spTree>
    <p:extLst>
      <p:ext uri="{BB962C8B-B14F-4D97-AF65-F5344CB8AC3E}">
        <p14:creationId xmlns:p14="http://schemas.microsoft.com/office/powerpoint/2010/main" val="901937479"/>
      </p:ext>
    </p:extLst>
  </p:cSld>
  <p:clrMapOvr>
    <a:masterClrMapping/>
  </p:clrMapOvr>
</p:sld>
</file>

<file path=ppt/theme/theme1.xml><?xml version="1.0" encoding="utf-8"?>
<a:theme xmlns:a="http://schemas.openxmlformats.org/drawingml/2006/main" name="2_DIGITIMES Template_淺色版">
  <a:themeElements>
    <a:clrScheme name="淺色版用">
      <a:dk1>
        <a:srgbClr val="262626"/>
      </a:dk1>
      <a:lt1>
        <a:srgbClr val="FFFFFF"/>
      </a:lt1>
      <a:dk2>
        <a:srgbClr val="595959"/>
      </a:dk2>
      <a:lt2>
        <a:srgbClr val="E8E8E8"/>
      </a:lt2>
      <a:accent1>
        <a:srgbClr val="78B7FF"/>
      </a:accent1>
      <a:accent2>
        <a:srgbClr val="FFD67C"/>
      </a:accent2>
      <a:accent3>
        <a:srgbClr val="FFA350"/>
      </a:accent3>
      <a:accent4>
        <a:srgbClr val="BE9578"/>
      </a:accent4>
      <a:accent5>
        <a:srgbClr val="AFD17D"/>
      </a:accent5>
      <a:accent6>
        <a:srgbClr val="EF7F80"/>
      </a:accent6>
      <a:hlink>
        <a:srgbClr val="3544D9"/>
      </a:hlink>
      <a:folHlink>
        <a:srgbClr val="722CAD"/>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簡報1" id="{343104BC-64C5-4CA9-8651-6531D94F666A}" vid="{59AF1481-8F35-4382-8657-D1C222713E9E}"/>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DIGITIMES Template_淺色版">
  <a:themeElements>
    <a:clrScheme name="淺色版用">
      <a:dk1>
        <a:srgbClr val="262626"/>
      </a:dk1>
      <a:lt1>
        <a:srgbClr val="FFFFFF"/>
      </a:lt1>
      <a:dk2>
        <a:srgbClr val="595959"/>
      </a:dk2>
      <a:lt2>
        <a:srgbClr val="E8E8E8"/>
      </a:lt2>
      <a:accent1>
        <a:srgbClr val="78B7FF"/>
      </a:accent1>
      <a:accent2>
        <a:srgbClr val="FFD67C"/>
      </a:accent2>
      <a:accent3>
        <a:srgbClr val="FFA350"/>
      </a:accent3>
      <a:accent4>
        <a:srgbClr val="BE9578"/>
      </a:accent4>
      <a:accent5>
        <a:srgbClr val="AFD17D"/>
      </a:accent5>
      <a:accent6>
        <a:srgbClr val="EF7F80"/>
      </a:accent6>
      <a:hlink>
        <a:srgbClr val="3544D9"/>
      </a:hlink>
      <a:folHlink>
        <a:srgbClr val="722CAD"/>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簡報1" id="{343104BC-64C5-4CA9-8651-6531D94F666A}" vid="{59AF1481-8F35-4382-8657-D1C222713E9E}"/>
    </a:ext>
  </a:extLst>
</a:theme>
</file>

<file path=ppt/theme/theme4.xml><?xml version="1.0" encoding="utf-8"?>
<a:theme xmlns:a="http://schemas.openxmlformats.org/drawingml/2006/main" name="1_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37438</TotalTime>
  <Words>4699</Words>
  <Application>Microsoft Office PowerPoint</Application>
  <PresentationFormat>寬螢幕</PresentationFormat>
  <Paragraphs>339</Paragraphs>
  <Slides>15</Slides>
  <Notes>15</Notes>
  <HiddenSlides>0</HiddenSlides>
  <MMClips>0</MMClips>
  <ScaleCrop>false</ScaleCrop>
  <HeadingPairs>
    <vt:vector size="6" baseType="variant">
      <vt:variant>
        <vt:lpstr>使用字型</vt:lpstr>
      </vt:variant>
      <vt:variant>
        <vt:i4>14</vt:i4>
      </vt:variant>
      <vt:variant>
        <vt:lpstr>佈景主題</vt:lpstr>
      </vt:variant>
      <vt:variant>
        <vt:i4>4</vt:i4>
      </vt:variant>
      <vt:variant>
        <vt:lpstr>投影片標題</vt:lpstr>
      </vt:variant>
      <vt:variant>
        <vt:i4>15</vt:i4>
      </vt:variant>
    </vt:vector>
  </HeadingPairs>
  <TitlesOfParts>
    <vt:vector size="33" baseType="lpstr">
      <vt:lpstr>Aptos</vt:lpstr>
      <vt:lpstr>Aptos Display</vt:lpstr>
      <vt:lpstr>Barlow</vt:lpstr>
      <vt:lpstr>Barlow ExtraBold</vt:lpstr>
      <vt:lpstr>Microsoft YaHei</vt:lpstr>
      <vt:lpstr>Microsoft JhengHei</vt:lpstr>
      <vt:lpstr>Microsoft JhengHei</vt:lpstr>
      <vt:lpstr>新細明體</vt:lpstr>
      <vt:lpstr>Arial</vt:lpstr>
      <vt:lpstr>Bahnschrift</vt:lpstr>
      <vt:lpstr>Calibri</vt:lpstr>
      <vt:lpstr>Calibri Light</vt:lpstr>
      <vt:lpstr>Times New Roman</vt:lpstr>
      <vt:lpstr>Wingdings</vt:lpstr>
      <vt:lpstr>2_DIGITIMES Template_淺色版</vt:lpstr>
      <vt:lpstr>Office 佈景主題</vt:lpstr>
      <vt:lpstr>DIGITIMES Template_淺色版</vt:lpstr>
      <vt:lpstr>1_Office 佈景主題</vt:lpstr>
      <vt:lpstr>PowerPoint 簡報</vt:lpstr>
      <vt:lpstr>PowerPoint 簡報</vt:lpstr>
      <vt:lpstr>寧德時代營收結構以動力電池為核心　佔比維持約7成</vt:lpstr>
      <vt:lpstr>寧德時代動力電池銷量持續擴大 均價下滑壓力下、毛利率維持約24%</vt:lpstr>
      <vt:lpstr>寧德時代動力電池裝機量續升 2026年第1季全球市佔率突破40%</vt:lpstr>
      <vt:lpstr>寧德時代全球車廠客戶基礎擴大 由中國市場延伸至歐洲與新興市場</vt:lpstr>
      <vt:lpstr>寧德時代海外建廠布局　支撐全球化與在地供應能力</vt:lpstr>
      <vt:lpstr>PowerPoint 簡報</vt:lpstr>
      <vt:lpstr>寧德時代科技日聚焦車主有感技術 四大電池方案對應快充、長續航、制動安全體驗升級</vt:lpstr>
      <vt:lpstr>神行第三代主攻超充與低溫有效充電 6分鐘充滿電　降低等待焦慮</vt:lpstr>
      <vt:lpstr>麒麟第三代以輕量化支撐千公里續航 電池減重轉化為提升整車性能與安全</vt:lpstr>
      <vt:lpstr>航空級凝聚態電池技術下放至乘用車應用 高能量密度推升轎車續航上看1,500公里</vt:lpstr>
      <vt:lpstr>逍遙第二代提升增程／PHEV純電續航 兼顧低電量輸出與安全防護</vt:lpstr>
      <vt:lpstr>PowerPoint 簡報</vt:lpstr>
      <vt:lpstr>結語：寧德時代營運基本盤穩固　維持動力電池龍頭地位 電池技術升級對應全場景用車體驗</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寧德時代營運與技術布局雙升級　以多元補能與有感體驗強化全場景電池方案_芬卉0603-0100</dc:title>
  <dc:subject>寧德時代營運與技術布局雙升級　以多元補能與有感體驗強化全場景電池方案_芬卉0603-0100</dc:subject>
  <dc:creator>林芬卉</dc:creator>
  <cp:keywords>寧德時代營運與技術布局雙升級　以多元補能與有感體驗強化全場景電池方案_芬卉0603-0100</cp:keywords>
  <dc:description>寧德時代營運與技術布局雙升級　以多元補能與有感體驗強化全場景電池方案_芬卉0603-0100</dc:description>
  <cp:lastModifiedBy>it.operation</cp:lastModifiedBy>
  <cp:revision>3231</cp:revision>
  <cp:lastPrinted>2025-10-22T07:49:40Z</cp:lastPrinted>
  <dcterms:created xsi:type="dcterms:W3CDTF">2024-11-11T09:09:57Z</dcterms:created>
  <dcterms:modified xsi:type="dcterms:W3CDTF">2026-06-02T22:53:31Z</dcterms:modified>
  <cp:category>寧德時代營運與技術布局雙升級　以多元補能與有感體驗強化全場景電池方案_芬卉0603-0100</cp:category>
</cp:coreProperties>
</file>